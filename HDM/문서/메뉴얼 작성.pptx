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0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819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8630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32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2038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334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8818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73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568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572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891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416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35EC25-0EF2-497B-8920-1E6BAD0A2F9F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3233FA-EA28-4453-936A-B3F5BBAC4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308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A602D843-990B-DA6B-1016-9F7CA9576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239121976">
            <a:extLst>
              <a:ext uri="{FF2B5EF4-FFF2-40B4-BE49-F238E27FC236}">
                <a16:creationId xmlns:a16="http://schemas.microsoft.com/office/drawing/2014/main" id="{68D5C44A-0D7E-ED63-5A46-8449383476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26"/>
          <a:stretch>
            <a:fillRect/>
          </a:stretch>
        </p:blipFill>
        <p:spPr bwMode="auto">
          <a:xfrm>
            <a:off x="205986" y="2888673"/>
            <a:ext cx="6446028" cy="115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33A32D9-7950-FC74-5E84-4CCF4E561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685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7" name="_x239122912">
            <a:extLst>
              <a:ext uri="{FF2B5EF4-FFF2-40B4-BE49-F238E27FC236}">
                <a16:creationId xmlns:a16="http://schemas.microsoft.com/office/drawing/2014/main" id="{BA85F2EB-4CC6-C77A-7DA4-873A86EA6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6948" y="9434946"/>
            <a:ext cx="1054100" cy="29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B2B5DE3-3889-0549-6436-922771EA8776}"/>
              </a:ext>
            </a:extLst>
          </p:cNvPr>
          <p:cNvSpPr txBox="1"/>
          <p:nvPr/>
        </p:nvSpPr>
        <p:spPr>
          <a:xfrm>
            <a:off x="3215121" y="8506691"/>
            <a:ext cx="343592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2400" b="1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코드하우스 현대정밀팀</a:t>
            </a:r>
            <a:endParaRPr lang="en-US" altLang="ko-KR" sz="2400" b="1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  <a:p>
            <a:pPr algn="r"/>
            <a:r>
              <a:rPr lang="ko-KR" alt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류민우</a:t>
            </a:r>
            <a:r>
              <a:rPr lang="en-US" altLang="ko-K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ko-KR" alt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김억근</a:t>
            </a:r>
            <a:r>
              <a:rPr lang="en-US" altLang="ko-KR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, </a:t>
            </a:r>
            <a:r>
              <a:rPr lang="ko-KR" altLang="en-US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홍석민</a:t>
            </a:r>
            <a:endParaRPr lang="ko-KR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7738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098973-2637-8D52-FD68-CD05CDB05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99" y="2543051"/>
            <a:ext cx="5855001" cy="481989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BE9E71B-2C8F-FE9D-F831-E2A515D0A280}"/>
              </a:ext>
            </a:extLst>
          </p:cNvPr>
          <p:cNvSpPr/>
          <p:nvPr/>
        </p:nvSpPr>
        <p:spPr>
          <a:xfrm>
            <a:off x="1523999" y="4329545"/>
            <a:ext cx="3913910" cy="119149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3E736EE-83C5-1B4F-96B8-E9536DAAD89B}"/>
              </a:ext>
            </a:extLst>
          </p:cNvPr>
          <p:cNvSpPr/>
          <p:nvPr/>
        </p:nvSpPr>
        <p:spPr>
          <a:xfrm>
            <a:off x="1388917" y="4204854"/>
            <a:ext cx="270163" cy="24938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529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1EF4D3-B399-C3F7-56E4-A3D715BBD2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3" t="593" b="1"/>
          <a:stretch>
            <a:fillRect/>
          </a:stretch>
        </p:blipFill>
        <p:spPr>
          <a:xfrm>
            <a:off x="180109" y="2140527"/>
            <a:ext cx="6497782" cy="526845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3E66C88-C99C-9251-F38F-81F1A4F38366}"/>
              </a:ext>
            </a:extLst>
          </p:cNvPr>
          <p:cNvSpPr/>
          <p:nvPr/>
        </p:nvSpPr>
        <p:spPr>
          <a:xfrm>
            <a:off x="315191" y="4662056"/>
            <a:ext cx="3730336" cy="893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E4D0334-21C7-A7E8-4587-C4D9A2146C04}"/>
              </a:ext>
            </a:extLst>
          </p:cNvPr>
          <p:cNvSpPr/>
          <p:nvPr/>
        </p:nvSpPr>
        <p:spPr>
          <a:xfrm>
            <a:off x="180109" y="4537364"/>
            <a:ext cx="270163" cy="24938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801F4D-AAB2-6F33-9877-8BBC67C45F19}"/>
              </a:ext>
            </a:extLst>
          </p:cNvPr>
          <p:cNvSpPr/>
          <p:nvPr/>
        </p:nvSpPr>
        <p:spPr>
          <a:xfrm>
            <a:off x="4045527" y="4662056"/>
            <a:ext cx="1219200" cy="893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FBC5EA46-1D03-5879-FB5A-512942C661A8}"/>
              </a:ext>
            </a:extLst>
          </p:cNvPr>
          <p:cNvSpPr/>
          <p:nvPr/>
        </p:nvSpPr>
        <p:spPr>
          <a:xfrm>
            <a:off x="3910445" y="4537364"/>
            <a:ext cx="270163" cy="24938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2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3C8D917-4765-1FA9-C4CC-37AB9F0F745D}"/>
              </a:ext>
            </a:extLst>
          </p:cNvPr>
          <p:cNvSpPr/>
          <p:nvPr/>
        </p:nvSpPr>
        <p:spPr>
          <a:xfrm>
            <a:off x="5294168" y="4662056"/>
            <a:ext cx="1219200" cy="89361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89FDF89-FFE8-EFFB-861F-086A7DDEACEB}"/>
              </a:ext>
            </a:extLst>
          </p:cNvPr>
          <p:cNvSpPr/>
          <p:nvPr/>
        </p:nvSpPr>
        <p:spPr>
          <a:xfrm>
            <a:off x="5159086" y="4537364"/>
            <a:ext cx="270163" cy="249382"/>
          </a:xfrm>
          <a:prstGeom prst="ellipse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3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1918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209</TotalTime>
  <Words>11</Words>
  <Application>Microsoft Office PowerPoint</Application>
  <PresentationFormat>A4 용지(210x297mm)</PresentationFormat>
  <Paragraphs>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민우 류</dc:creator>
  <cp:lastModifiedBy>민우 류</cp:lastModifiedBy>
  <cp:revision>1</cp:revision>
  <dcterms:created xsi:type="dcterms:W3CDTF">2026-01-29T02:07:41Z</dcterms:created>
  <dcterms:modified xsi:type="dcterms:W3CDTF">2026-01-29T05:37:35Z</dcterms:modified>
</cp:coreProperties>
</file>