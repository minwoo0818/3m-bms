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3208000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4" autoAdjust="0"/>
    <p:restoredTop sz="94660"/>
  </p:normalViewPr>
  <p:slideViewPr>
    <p:cSldViewPr snapToGrid="0">
      <p:cViewPr varScale="1">
        <p:scale>
          <a:sx n="72" d="100"/>
          <a:sy n="72" d="100"/>
        </p:scale>
        <p:origin x="17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0600" y="1621191"/>
            <a:ext cx="11226800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1000" y="5202944"/>
            <a:ext cx="9906000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949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172" y="2469624"/>
            <a:ext cx="11391900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1172" y="6629226"/>
            <a:ext cx="11391900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/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437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8050" y="2637014"/>
            <a:ext cx="561340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86550" y="2637014"/>
            <a:ext cx="561340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74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527405"/>
            <a:ext cx="11391900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9772" y="2428347"/>
            <a:ext cx="5587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9772" y="3618442"/>
            <a:ext cx="5587602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86551" y="2428347"/>
            <a:ext cx="5615120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86551" y="3618442"/>
            <a:ext cx="5615120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5034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90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950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660400"/>
            <a:ext cx="4259924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5120" y="1426283"/>
            <a:ext cx="6686550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770" y="2971800"/>
            <a:ext cx="4259924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2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660400"/>
            <a:ext cx="4259924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5120" y="1426283"/>
            <a:ext cx="6686550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770" y="2971800"/>
            <a:ext cx="4259924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310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3772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51976" y="527403"/>
            <a:ext cx="2847975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8051" y="527403"/>
            <a:ext cx="8378825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130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8050" y="527405"/>
            <a:ext cx="11391900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8050" y="2637014"/>
            <a:ext cx="11391900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8050" y="9181397"/>
            <a:ext cx="29718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5EC25-0EF2-497B-8920-1E6BAD0A2F9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5150" y="9181397"/>
            <a:ext cx="4457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8150" y="9181397"/>
            <a:ext cx="29718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2896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320759" rtl="0" eaLnBrk="1" latinLnBrk="1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1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A602D843-990B-DA6B-1016-9F7CA9576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174" y="1271094"/>
            <a:ext cx="138568" cy="277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2" tIns="34291" rIns="68582" bIns="34291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sz="1350"/>
          </a:p>
        </p:txBody>
      </p:sp>
      <p:pic>
        <p:nvPicPr>
          <p:cNvPr id="1025" name="_x239121976">
            <a:extLst>
              <a:ext uri="{FF2B5EF4-FFF2-40B4-BE49-F238E27FC236}">
                <a16:creationId xmlns:a16="http://schemas.microsoft.com/office/drawing/2014/main" id="{68D5C44A-0D7E-ED63-5A46-8449383476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26"/>
          <a:stretch>
            <a:fillRect/>
          </a:stretch>
        </p:blipFill>
        <p:spPr bwMode="auto">
          <a:xfrm>
            <a:off x="4186667" y="3404708"/>
            <a:ext cx="4834666" cy="864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3A32D9-7950-FC74-5E84-4CCF4E561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174" y="1271094"/>
            <a:ext cx="138568" cy="277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2" tIns="34291" rIns="68582" bIns="34291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sz="1350"/>
          </a:p>
        </p:txBody>
      </p:sp>
      <p:pic>
        <p:nvPicPr>
          <p:cNvPr id="1027" name="_x239122912">
            <a:extLst>
              <a:ext uri="{FF2B5EF4-FFF2-40B4-BE49-F238E27FC236}">
                <a16:creationId xmlns:a16="http://schemas.microsoft.com/office/drawing/2014/main" id="{BA85F2EB-4CC6-C77A-7DA4-873A86EA6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0010" y="8314560"/>
            <a:ext cx="790599" cy="21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2B5DE3-3889-0549-6436-922771EA8776}"/>
              </a:ext>
            </a:extLst>
          </p:cNvPr>
          <p:cNvSpPr txBox="1"/>
          <p:nvPr/>
        </p:nvSpPr>
        <p:spPr>
          <a:xfrm>
            <a:off x="6443587" y="7618349"/>
            <a:ext cx="2577023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코드하우스 현대정밀팀</a:t>
            </a:r>
            <a:endParaRPr lang="en-US" altLang="ko-KR" b="1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algn="r"/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류민우</a:t>
            </a:r>
            <a:r>
              <a:rPr lang="en-US" altLang="ko-KR" sz="13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김억근</a:t>
            </a:r>
            <a:r>
              <a:rPr lang="en-US" altLang="ko-KR" sz="13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홍석민</a:t>
            </a:r>
            <a:endParaRPr lang="ko-KR" altLang="en-US" sz="135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37738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098973-2637-8D52-FD68-CD05CDB05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309" y="3145484"/>
            <a:ext cx="4391383" cy="361503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BE9E71B-2C8F-FE9D-F831-E2A515D0A280}"/>
              </a:ext>
            </a:extLst>
          </p:cNvPr>
          <p:cNvSpPr/>
          <p:nvPr/>
        </p:nvSpPr>
        <p:spPr>
          <a:xfrm>
            <a:off x="5175206" y="4485396"/>
            <a:ext cx="2935521" cy="8936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3E736EE-83C5-1B4F-96B8-E9536DAAD89B}"/>
              </a:ext>
            </a:extLst>
          </p:cNvPr>
          <p:cNvSpPr/>
          <p:nvPr/>
        </p:nvSpPr>
        <p:spPr>
          <a:xfrm>
            <a:off x="5073893" y="439187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529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1EF4D3-B399-C3F7-56E4-A3D715BBD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3" t="593" b="1"/>
          <a:stretch>
            <a:fillRect/>
          </a:stretch>
        </p:blipFill>
        <p:spPr>
          <a:xfrm>
            <a:off x="4167259" y="2843582"/>
            <a:ext cx="4873483" cy="39514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3E66C88-C99C-9251-F38F-81F1A4F38366}"/>
              </a:ext>
            </a:extLst>
          </p:cNvPr>
          <p:cNvSpPr/>
          <p:nvPr/>
        </p:nvSpPr>
        <p:spPr>
          <a:xfrm>
            <a:off x="4268573" y="4734785"/>
            <a:ext cx="2797836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E4D0334-21C7-A7E8-4587-C4D9A2146C04}"/>
              </a:ext>
            </a:extLst>
          </p:cNvPr>
          <p:cNvSpPr/>
          <p:nvPr/>
        </p:nvSpPr>
        <p:spPr>
          <a:xfrm>
            <a:off x="4167260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801F4D-AAB2-6F33-9877-8BBC67C45F19}"/>
              </a:ext>
            </a:extLst>
          </p:cNvPr>
          <p:cNvSpPr/>
          <p:nvPr/>
        </p:nvSpPr>
        <p:spPr>
          <a:xfrm>
            <a:off x="7066409" y="4734785"/>
            <a:ext cx="914427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BC5EA46-1D03-5879-FB5A-512942C661A8}"/>
              </a:ext>
            </a:extLst>
          </p:cNvPr>
          <p:cNvSpPr/>
          <p:nvPr/>
        </p:nvSpPr>
        <p:spPr>
          <a:xfrm>
            <a:off x="6965096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3C8D917-4765-1FA9-C4CC-37AB9F0F745D}"/>
              </a:ext>
            </a:extLst>
          </p:cNvPr>
          <p:cNvSpPr/>
          <p:nvPr/>
        </p:nvSpPr>
        <p:spPr>
          <a:xfrm>
            <a:off x="8002918" y="4734785"/>
            <a:ext cx="914427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89FDF89-FFE8-EFFB-861F-086A7DDEACEB}"/>
              </a:ext>
            </a:extLst>
          </p:cNvPr>
          <p:cNvSpPr/>
          <p:nvPr/>
        </p:nvSpPr>
        <p:spPr>
          <a:xfrm>
            <a:off x="7901605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918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문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4A2A09-B7BF-3266-520A-32FCBFDC1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380" y="1644883"/>
            <a:ext cx="1107469" cy="66162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A697A3F-8522-DFA8-4C53-186A7311AB37}"/>
              </a:ext>
            </a:extLst>
          </p:cNvPr>
          <p:cNvSpPr/>
          <p:nvPr/>
        </p:nvSpPr>
        <p:spPr>
          <a:xfrm>
            <a:off x="4439380" y="2056448"/>
            <a:ext cx="1107469" cy="2325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2F4109A-8011-4A71-6D1F-D586BD43D87E}"/>
              </a:ext>
            </a:extLst>
          </p:cNvPr>
          <p:cNvSpPr/>
          <p:nvPr/>
        </p:nvSpPr>
        <p:spPr>
          <a:xfrm>
            <a:off x="4338065" y="196292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56B9411-8A8E-653A-B82D-646AE206B7F5}"/>
              </a:ext>
            </a:extLst>
          </p:cNvPr>
          <p:cNvSpPr/>
          <p:nvPr/>
        </p:nvSpPr>
        <p:spPr>
          <a:xfrm>
            <a:off x="4439380" y="4381483"/>
            <a:ext cx="1107469" cy="33005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1203E21-A64E-81A5-2D79-9EB26B9CE001}"/>
              </a:ext>
            </a:extLst>
          </p:cNvPr>
          <p:cNvSpPr/>
          <p:nvPr/>
        </p:nvSpPr>
        <p:spPr>
          <a:xfrm>
            <a:off x="4338065" y="428796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70B80F-6248-EC58-C4D8-942D65FAFB49}"/>
              </a:ext>
            </a:extLst>
          </p:cNvPr>
          <p:cNvSpPr/>
          <p:nvPr/>
        </p:nvSpPr>
        <p:spPr>
          <a:xfrm>
            <a:off x="4439379" y="7687002"/>
            <a:ext cx="1107469" cy="2560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B14F199-7C0E-8503-7A7B-07A5FBF6A5B9}"/>
              </a:ext>
            </a:extLst>
          </p:cNvPr>
          <p:cNvSpPr/>
          <p:nvPr/>
        </p:nvSpPr>
        <p:spPr>
          <a:xfrm>
            <a:off x="4338065" y="7593481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CDE295-4849-C806-4F36-9BDCD48E12BE}"/>
              </a:ext>
            </a:extLst>
          </p:cNvPr>
          <p:cNvSpPr/>
          <p:nvPr/>
        </p:nvSpPr>
        <p:spPr>
          <a:xfrm>
            <a:off x="4439378" y="7967565"/>
            <a:ext cx="1107469" cy="2560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ECD37E01-B983-AA14-4469-5FB713B54FC9}"/>
              </a:ext>
            </a:extLst>
          </p:cNvPr>
          <p:cNvSpPr/>
          <p:nvPr/>
        </p:nvSpPr>
        <p:spPr>
          <a:xfrm>
            <a:off x="4338064" y="787404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F4168F-A628-889B-0FC1-714D484616FB}"/>
              </a:ext>
            </a:extLst>
          </p:cNvPr>
          <p:cNvSpPr/>
          <p:nvPr/>
        </p:nvSpPr>
        <p:spPr>
          <a:xfrm>
            <a:off x="5334728" y="1682363"/>
            <a:ext cx="313436" cy="2805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A6DCBC2-5E6D-4FFD-BBC2-9FB2D62C4117}"/>
              </a:ext>
            </a:extLst>
          </p:cNvPr>
          <p:cNvSpPr/>
          <p:nvPr/>
        </p:nvSpPr>
        <p:spPr>
          <a:xfrm>
            <a:off x="5233415" y="161333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pic>
        <p:nvPicPr>
          <p:cNvPr id="13" name="그림 12" descr="텍스트, 스크린샷, 문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067E8D-A4F3-9FCD-B624-4C7A0C848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697" y="416100"/>
            <a:ext cx="1523931" cy="910425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198FA8-7181-A811-43E8-75F957009F8D}"/>
              </a:ext>
            </a:extLst>
          </p:cNvPr>
          <p:cNvSpPr/>
          <p:nvPr/>
        </p:nvSpPr>
        <p:spPr>
          <a:xfrm>
            <a:off x="8646130" y="5046522"/>
            <a:ext cx="1107469" cy="3963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6D240EC-AE20-0464-BB1C-04F1AB9465E2}"/>
              </a:ext>
            </a:extLst>
          </p:cNvPr>
          <p:cNvSpPr/>
          <p:nvPr/>
        </p:nvSpPr>
        <p:spPr>
          <a:xfrm>
            <a:off x="8544815" y="495300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2F24D9F-6C64-9153-2801-1A615890BC6D}"/>
              </a:ext>
            </a:extLst>
          </p:cNvPr>
          <p:cNvSpPr/>
          <p:nvPr/>
        </p:nvSpPr>
        <p:spPr>
          <a:xfrm>
            <a:off x="8646130" y="7285681"/>
            <a:ext cx="1107469" cy="298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C09465D-BC8A-81E6-9FCE-EC4028C6852C}"/>
              </a:ext>
            </a:extLst>
          </p:cNvPr>
          <p:cNvSpPr/>
          <p:nvPr/>
        </p:nvSpPr>
        <p:spPr>
          <a:xfrm>
            <a:off x="8544815" y="7192159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F6B03A-1CE1-BAF9-0F4D-57CE8A49196B}"/>
              </a:ext>
            </a:extLst>
          </p:cNvPr>
          <p:cNvSpPr/>
          <p:nvPr/>
        </p:nvSpPr>
        <p:spPr>
          <a:xfrm>
            <a:off x="8544815" y="8416526"/>
            <a:ext cx="1107469" cy="298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3D6CD9A7-BA94-9288-8B8F-339AEC19B723}"/>
              </a:ext>
            </a:extLst>
          </p:cNvPr>
          <p:cNvSpPr/>
          <p:nvPr/>
        </p:nvSpPr>
        <p:spPr>
          <a:xfrm>
            <a:off x="8443500" y="832300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7BD5E626-EFF2-B509-17E6-9371545870CE}"/>
              </a:ext>
            </a:extLst>
          </p:cNvPr>
          <p:cNvSpPr/>
          <p:nvPr/>
        </p:nvSpPr>
        <p:spPr>
          <a:xfrm>
            <a:off x="8955674" y="7780523"/>
            <a:ext cx="285750" cy="37287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 descr="텍스트, 스크린샷, 문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9FA218-2E78-DE8B-CFAE-C4519AAE8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545" y="400870"/>
            <a:ext cx="1523931" cy="9104259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675502E4-DEF4-D13B-C81A-1C757729D5B4}"/>
              </a:ext>
            </a:extLst>
          </p:cNvPr>
          <p:cNvSpPr/>
          <p:nvPr/>
        </p:nvSpPr>
        <p:spPr>
          <a:xfrm>
            <a:off x="11285692" y="7765648"/>
            <a:ext cx="1107469" cy="6508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</p:spTree>
    <p:extLst>
      <p:ext uri="{BB962C8B-B14F-4D97-AF65-F5344CB8AC3E}">
        <p14:creationId xmlns:p14="http://schemas.microsoft.com/office/powerpoint/2010/main" val="73004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멀티미디어 소프트웨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2F0085-EDA5-CAEC-D3C2-363B704B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988" y="2924115"/>
            <a:ext cx="6348477" cy="302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11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E1A2F4-6C94-51D2-9255-12F65B08A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834" y="3605405"/>
            <a:ext cx="5042341" cy="269519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12C01D6-1377-292B-921C-66B08CA0092A}"/>
              </a:ext>
            </a:extLst>
          </p:cNvPr>
          <p:cNvSpPr/>
          <p:nvPr/>
        </p:nvSpPr>
        <p:spPr>
          <a:xfrm>
            <a:off x="4107834" y="3970382"/>
            <a:ext cx="1353133" cy="325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E0CE036-E1E8-9992-5DA5-56831FC28417}"/>
              </a:ext>
            </a:extLst>
          </p:cNvPr>
          <p:cNvSpPr/>
          <p:nvPr/>
        </p:nvSpPr>
        <p:spPr>
          <a:xfrm>
            <a:off x="4057828" y="388986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C5CEDA-C63D-E5A8-BF2E-317C74F484DF}"/>
              </a:ext>
            </a:extLst>
          </p:cNvPr>
          <p:cNvSpPr/>
          <p:nvPr/>
        </p:nvSpPr>
        <p:spPr>
          <a:xfrm>
            <a:off x="5460966" y="4041497"/>
            <a:ext cx="364342" cy="2318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CBCB0EF-22FB-E078-21C1-0E0AFBC14ACD}"/>
              </a:ext>
            </a:extLst>
          </p:cNvPr>
          <p:cNvSpPr/>
          <p:nvPr/>
        </p:nvSpPr>
        <p:spPr>
          <a:xfrm>
            <a:off x="5359652" y="394862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970276C-FFD7-BA2C-A230-10D6B6093F2C}"/>
              </a:ext>
            </a:extLst>
          </p:cNvPr>
          <p:cNvSpPr/>
          <p:nvPr/>
        </p:nvSpPr>
        <p:spPr>
          <a:xfrm>
            <a:off x="4107834" y="4295867"/>
            <a:ext cx="5067995" cy="19573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6F8CB8D-83CD-3E65-08B0-4093C6D8A147}"/>
              </a:ext>
            </a:extLst>
          </p:cNvPr>
          <p:cNvSpPr/>
          <p:nvPr/>
        </p:nvSpPr>
        <p:spPr>
          <a:xfrm>
            <a:off x="4057828" y="420229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8495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B6FEE3-7C62-4464-864C-C81B2C439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89" y="1645128"/>
            <a:ext cx="11813821" cy="661574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F0A81FB-86AA-C502-2668-D81ACC0F5F80}"/>
              </a:ext>
            </a:extLst>
          </p:cNvPr>
          <p:cNvSpPr/>
          <p:nvPr/>
        </p:nvSpPr>
        <p:spPr>
          <a:xfrm>
            <a:off x="747095" y="2389776"/>
            <a:ext cx="1760974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F714483-8DD2-A705-981C-0540397152D0}"/>
              </a:ext>
            </a:extLst>
          </p:cNvPr>
          <p:cNvSpPr/>
          <p:nvPr/>
        </p:nvSpPr>
        <p:spPr>
          <a:xfrm>
            <a:off x="645781" y="229625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B9846-C539-A85E-2906-BC58F6309A7C}"/>
              </a:ext>
            </a:extLst>
          </p:cNvPr>
          <p:cNvSpPr/>
          <p:nvPr/>
        </p:nvSpPr>
        <p:spPr>
          <a:xfrm>
            <a:off x="747094" y="3019601"/>
            <a:ext cx="11763815" cy="5471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A50156F-DA22-1B20-0F1C-31496470A6D9}"/>
              </a:ext>
            </a:extLst>
          </p:cNvPr>
          <p:cNvSpPr/>
          <p:nvPr/>
        </p:nvSpPr>
        <p:spPr>
          <a:xfrm>
            <a:off x="645781" y="292608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5333356-0B49-6919-9B7D-8B38960E95D4}"/>
              </a:ext>
            </a:extLst>
          </p:cNvPr>
          <p:cNvSpPr/>
          <p:nvPr/>
        </p:nvSpPr>
        <p:spPr>
          <a:xfrm>
            <a:off x="11830758" y="1946993"/>
            <a:ext cx="630147" cy="4427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3FA8954D-8FA0-8C6C-3918-BCD1DFAA058D}"/>
              </a:ext>
            </a:extLst>
          </p:cNvPr>
          <p:cNvSpPr/>
          <p:nvPr/>
        </p:nvSpPr>
        <p:spPr>
          <a:xfrm>
            <a:off x="11732881" y="185347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74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0984-A538-B492-A1DD-055023153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0E65C-8BB9-C0F3-E151-7B01E927E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01" y="1863218"/>
            <a:ext cx="12852400" cy="682561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3F35CF1-4476-7876-5D56-449D199DF18E}"/>
              </a:ext>
            </a:extLst>
          </p:cNvPr>
          <p:cNvSpPr/>
          <p:nvPr/>
        </p:nvSpPr>
        <p:spPr>
          <a:xfrm>
            <a:off x="254112" y="2553475"/>
            <a:ext cx="3124087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CA3877F-83A5-BE9C-2EA6-4A655A9A2FF8}"/>
              </a:ext>
            </a:extLst>
          </p:cNvPr>
          <p:cNvSpPr/>
          <p:nvPr/>
        </p:nvSpPr>
        <p:spPr>
          <a:xfrm>
            <a:off x="152799" y="2479808"/>
            <a:ext cx="202628" cy="16718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079DE6-5356-A7B0-876C-305BF6A71690}"/>
              </a:ext>
            </a:extLst>
          </p:cNvPr>
          <p:cNvSpPr/>
          <p:nvPr/>
        </p:nvSpPr>
        <p:spPr>
          <a:xfrm>
            <a:off x="254112" y="3089779"/>
            <a:ext cx="3124087" cy="6902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FC349AA-A36B-60F3-1785-A29BA7307632}"/>
              </a:ext>
            </a:extLst>
          </p:cNvPr>
          <p:cNvSpPr/>
          <p:nvPr/>
        </p:nvSpPr>
        <p:spPr>
          <a:xfrm>
            <a:off x="152799" y="299625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EDEE4F-469E-D107-694E-E5DBB7D067CC}"/>
              </a:ext>
            </a:extLst>
          </p:cNvPr>
          <p:cNvSpPr/>
          <p:nvPr/>
        </p:nvSpPr>
        <p:spPr>
          <a:xfrm>
            <a:off x="254111" y="3800872"/>
            <a:ext cx="5498989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BC0EEC0-5395-89ED-1319-2DD7F0E5B40A}"/>
              </a:ext>
            </a:extLst>
          </p:cNvPr>
          <p:cNvSpPr/>
          <p:nvPr/>
        </p:nvSpPr>
        <p:spPr>
          <a:xfrm>
            <a:off x="152799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AE6D063-197B-2232-B40A-CBD413F19275}"/>
              </a:ext>
            </a:extLst>
          </p:cNvPr>
          <p:cNvSpPr/>
          <p:nvPr/>
        </p:nvSpPr>
        <p:spPr>
          <a:xfrm>
            <a:off x="5753100" y="3800872"/>
            <a:ext cx="5600700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4393110-C09B-1373-E200-A9A0B32F4375}"/>
              </a:ext>
            </a:extLst>
          </p:cNvPr>
          <p:cNvSpPr/>
          <p:nvPr/>
        </p:nvSpPr>
        <p:spPr>
          <a:xfrm>
            <a:off x="5651788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A1B0BAF-95B2-499C-BCD2-A1EB67A0D8B0}"/>
              </a:ext>
            </a:extLst>
          </p:cNvPr>
          <p:cNvSpPr/>
          <p:nvPr/>
        </p:nvSpPr>
        <p:spPr>
          <a:xfrm>
            <a:off x="11353800" y="3800872"/>
            <a:ext cx="1600089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B49B3B-3C7E-BFAC-9CAD-C577DE13C549}"/>
              </a:ext>
            </a:extLst>
          </p:cNvPr>
          <p:cNvSpPr/>
          <p:nvPr/>
        </p:nvSpPr>
        <p:spPr>
          <a:xfrm>
            <a:off x="11252488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BF57D71-4F5C-56F0-DD05-5E2807A743F8}"/>
              </a:ext>
            </a:extLst>
          </p:cNvPr>
          <p:cNvSpPr/>
          <p:nvPr/>
        </p:nvSpPr>
        <p:spPr>
          <a:xfrm>
            <a:off x="254111" y="7084067"/>
            <a:ext cx="4216289" cy="459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052004-920E-79CE-33D0-CE2BE348A9CE}"/>
              </a:ext>
            </a:extLst>
          </p:cNvPr>
          <p:cNvSpPr/>
          <p:nvPr/>
        </p:nvSpPr>
        <p:spPr>
          <a:xfrm>
            <a:off x="152799" y="696971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6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D178D38-0228-D30C-3906-5B5F8C4C747A}"/>
              </a:ext>
            </a:extLst>
          </p:cNvPr>
          <p:cNvSpPr/>
          <p:nvPr/>
        </p:nvSpPr>
        <p:spPr>
          <a:xfrm>
            <a:off x="254111" y="7526850"/>
            <a:ext cx="12699778" cy="11828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7F2F55-73DD-A35C-5F0C-848609B2B2CD}"/>
              </a:ext>
            </a:extLst>
          </p:cNvPr>
          <p:cNvSpPr/>
          <p:nvPr/>
        </p:nvSpPr>
        <p:spPr>
          <a:xfrm>
            <a:off x="152799" y="741249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7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8399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40233-76B1-96AC-3E60-6CCD4DF87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3265EA-F41E-9F3D-23F5-3A522354D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914" y="613757"/>
            <a:ext cx="10012172" cy="867848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550B126-20B8-01D7-9CE0-C591A5E8AF68}"/>
              </a:ext>
            </a:extLst>
          </p:cNvPr>
          <p:cNvSpPr/>
          <p:nvPr/>
        </p:nvSpPr>
        <p:spPr>
          <a:xfrm>
            <a:off x="1699227" y="1415143"/>
            <a:ext cx="26405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C5CC401-A6C1-6901-762A-C740B137E27A}"/>
              </a:ext>
            </a:extLst>
          </p:cNvPr>
          <p:cNvSpPr/>
          <p:nvPr/>
        </p:nvSpPr>
        <p:spPr>
          <a:xfrm>
            <a:off x="1597914" y="132162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D9F049-37C4-BC3E-6FF7-7DBB2DF9E7A3}"/>
              </a:ext>
            </a:extLst>
          </p:cNvPr>
          <p:cNvSpPr/>
          <p:nvPr/>
        </p:nvSpPr>
        <p:spPr>
          <a:xfrm>
            <a:off x="1393371" y="1951447"/>
            <a:ext cx="10115403" cy="7236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678B287-380D-ADAC-022D-AE6A21DEA575}"/>
              </a:ext>
            </a:extLst>
          </p:cNvPr>
          <p:cNvSpPr/>
          <p:nvPr/>
        </p:nvSpPr>
        <p:spPr>
          <a:xfrm>
            <a:off x="1295029" y="184674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400B94A-6A32-6F7B-2C1B-93AB18C0B371}"/>
              </a:ext>
            </a:extLst>
          </p:cNvPr>
          <p:cNvSpPr/>
          <p:nvPr/>
        </p:nvSpPr>
        <p:spPr>
          <a:xfrm>
            <a:off x="1697312" y="2056147"/>
            <a:ext cx="11017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892A186-9FF5-33C7-B3D3-1516C0F3A444}"/>
              </a:ext>
            </a:extLst>
          </p:cNvPr>
          <p:cNvSpPr/>
          <p:nvPr/>
        </p:nvSpPr>
        <p:spPr>
          <a:xfrm>
            <a:off x="1595999" y="196262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54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D0E1-BCD6-B4FD-FDE0-1023B677B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4741E-08FC-4627-6159-35CF8B3B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09" y="2900882"/>
            <a:ext cx="7191557" cy="6815814"/>
          </a:xfrm>
          <a:prstGeom prst="rect">
            <a:avLst/>
          </a:prstGeom>
        </p:spPr>
      </p:pic>
      <p:pic>
        <p:nvPicPr>
          <p:cNvPr id="3" name="그림 2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1D9ABF-53D5-ABC0-C1EA-6BB73E0D6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81" y="-807816"/>
            <a:ext cx="3896269" cy="336279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AB760D5-54FE-C890-56D7-F7C8BA9D0853}"/>
              </a:ext>
            </a:extLst>
          </p:cNvPr>
          <p:cNvSpPr/>
          <p:nvPr/>
        </p:nvSpPr>
        <p:spPr>
          <a:xfrm>
            <a:off x="747095" y="-461912"/>
            <a:ext cx="2242848" cy="1871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B4645A4-CDAF-DF63-1865-F5F16858B2D4}"/>
              </a:ext>
            </a:extLst>
          </p:cNvPr>
          <p:cNvSpPr/>
          <p:nvPr/>
        </p:nvSpPr>
        <p:spPr>
          <a:xfrm>
            <a:off x="645781" y="-55543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6649769-FD37-48B7-83FC-C4EBD035F303}"/>
              </a:ext>
            </a:extLst>
          </p:cNvPr>
          <p:cNvSpPr/>
          <p:nvPr/>
        </p:nvSpPr>
        <p:spPr>
          <a:xfrm>
            <a:off x="848409" y="2900882"/>
            <a:ext cx="3172048" cy="24984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6EFC217-BAA8-9E36-A04C-6FF4454F9CCE}"/>
              </a:ext>
            </a:extLst>
          </p:cNvPr>
          <p:cNvSpPr/>
          <p:nvPr/>
        </p:nvSpPr>
        <p:spPr>
          <a:xfrm>
            <a:off x="152582" y="255497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737F1C-7E9A-5AE6-B654-C4672B79F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409" y="-751390"/>
            <a:ext cx="4391638" cy="308653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91B68F8-5CB3-E82E-3E73-D5F1059836F0}"/>
              </a:ext>
            </a:extLst>
          </p:cNvPr>
          <p:cNvSpPr/>
          <p:nvPr/>
        </p:nvSpPr>
        <p:spPr>
          <a:xfrm>
            <a:off x="10146406" y="-714295"/>
            <a:ext cx="2242848" cy="1871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79830C3-D30E-F4CE-0096-4FEBD92816D5}"/>
              </a:ext>
            </a:extLst>
          </p:cNvPr>
          <p:cNvSpPr/>
          <p:nvPr/>
        </p:nvSpPr>
        <p:spPr>
          <a:xfrm>
            <a:off x="10045092" y="-80781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4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8BCF-C46A-87AD-D897-3091DA7D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E5B245-4669-E21D-B9F2-D1048659C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1" y="664227"/>
            <a:ext cx="12961257" cy="857754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88D4F73-D4D6-FF8F-172A-24AAA2D9B9F0}"/>
              </a:ext>
            </a:extLst>
          </p:cNvPr>
          <p:cNvSpPr/>
          <p:nvPr/>
        </p:nvSpPr>
        <p:spPr>
          <a:xfrm>
            <a:off x="123370" y="1527002"/>
            <a:ext cx="58855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BCBBCA9-D95D-C96D-4240-985B00A76AE8}"/>
              </a:ext>
            </a:extLst>
          </p:cNvPr>
          <p:cNvSpPr/>
          <p:nvPr/>
        </p:nvSpPr>
        <p:spPr>
          <a:xfrm>
            <a:off x="22057" y="1433481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FF87436-A2E8-DD45-FE0F-4E0C2DFE5CC4}"/>
              </a:ext>
            </a:extLst>
          </p:cNvPr>
          <p:cNvSpPr/>
          <p:nvPr/>
        </p:nvSpPr>
        <p:spPr>
          <a:xfrm>
            <a:off x="101313" y="2063306"/>
            <a:ext cx="12961257" cy="61662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AF2D909-257D-0467-835D-C5CC84586669}"/>
              </a:ext>
            </a:extLst>
          </p:cNvPr>
          <p:cNvSpPr/>
          <p:nvPr/>
        </p:nvSpPr>
        <p:spPr>
          <a:xfrm>
            <a:off x="0" y="196978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43FA4E4-49D9-9117-78EB-6F3F825100B8}"/>
              </a:ext>
            </a:extLst>
          </p:cNvPr>
          <p:cNvSpPr/>
          <p:nvPr/>
        </p:nvSpPr>
        <p:spPr>
          <a:xfrm>
            <a:off x="3178627" y="8656849"/>
            <a:ext cx="6734630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C85FDB4-E758-4603-9C48-25AAFD34AC63}"/>
              </a:ext>
            </a:extLst>
          </p:cNvPr>
          <p:cNvSpPr/>
          <p:nvPr/>
        </p:nvSpPr>
        <p:spPr>
          <a:xfrm>
            <a:off x="3077314" y="856332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AB25C9-F3A3-2A8E-43AD-D8B993C03558}"/>
              </a:ext>
            </a:extLst>
          </p:cNvPr>
          <p:cNvSpPr/>
          <p:nvPr/>
        </p:nvSpPr>
        <p:spPr>
          <a:xfrm>
            <a:off x="12148457" y="2250348"/>
            <a:ext cx="769258" cy="57905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992D799-EF33-B308-9D0C-78F6F9936222}"/>
              </a:ext>
            </a:extLst>
          </p:cNvPr>
          <p:cNvSpPr/>
          <p:nvPr/>
        </p:nvSpPr>
        <p:spPr>
          <a:xfrm>
            <a:off x="12047143" y="215682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1192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CDF8-63AE-142D-D24E-AE09FDACC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97DB25-B82C-E6AE-FC80-2AF6C35BC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6" y="1415143"/>
            <a:ext cx="12466867" cy="675135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B8D19D-41E2-297C-4F1E-152713339187}"/>
              </a:ext>
            </a:extLst>
          </p:cNvPr>
          <p:cNvSpPr/>
          <p:nvPr/>
        </p:nvSpPr>
        <p:spPr>
          <a:xfrm>
            <a:off x="370566" y="2252652"/>
            <a:ext cx="12466866" cy="12802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E6C339-F251-F0B6-4D54-73C7B96A3D0B}"/>
              </a:ext>
            </a:extLst>
          </p:cNvPr>
          <p:cNvSpPr/>
          <p:nvPr/>
        </p:nvSpPr>
        <p:spPr>
          <a:xfrm>
            <a:off x="269252" y="215913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83FC33-0D8F-58AB-42A7-EFB959F5A659}"/>
              </a:ext>
            </a:extLst>
          </p:cNvPr>
          <p:cNvSpPr/>
          <p:nvPr/>
        </p:nvSpPr>
        <p:spPr>
          <a:xfrm>
            <a:off x="370565" y="3626467"/>
            <a:ext cx="12466867" cy="4633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C9C5D2B-9D55-593B-9C1A-5C7556783F42}"/>
              </a:ext>
            </a:extLst>
          </p:cNvPr>
          <p:cNvSpPr/>
          <p:nvPr/>
        </p:nvSpPr>
        <p:spPr>
          <a:xfrm>
            <a:off x="269252" y="3532946"/>
            <a:ext cx="21473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C3BC34-A3E6-8A38-E9F6-A6B65D5ACA96}"/>
              </a:ext>
            </a:extLst>
          </p:cNvPr>
          <p:cNvSpPr/>
          <p:nvPr/>
        </p:nvSpPr>
        <p:spPr>
          <a:xfrm>
            <a:off x="11350623" y="1739501"/>
            <a:ext cx="1486810" cy="4196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4E2884B-6CF4-70B1-3153-55A95ED81730}"/>
              </a:ext>
            </a:extLst>
          </p:cNvPr>
          <p:cNvSpPr/>
          <p:nvPr/>
        </p:nvSpPr>
        <p:spPr>
          <a:xfrm>
            <a:off x="11249309" y="1645979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868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90682-62B1-3CD3-6C4F-0D7AE411A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A6838A1-6E8C-D275-F2F6-F6F89D27B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266" y="1360277"/>
            <a:ext cx="9297698" cy="350568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ACECE47-2CCC-7B70-54AA-A0F7A25FECA9}"/>
              </a:ext>
            </a:extLst>
          </p:cNvPr>
          <p:cNvSpPr/>
          <p:nvPr/>
        </p:nvSpPr>
        <p:spPr>
          <a:xfrm>
            <a:off x="7112000" y="2172061"/>
            <a:ext cx="3294743" cy="25741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F7C8F95-13BC-AF6F-3557-71632A55FB8B}"/>
              </a:ext>
            </a:extLst>
          </p:cNvPr>
          <p:cNvSpPr/>
          <p:nvPr/>
        </p:nvSpPr>
        <p:spPr>
          <a:xfrm>
            <a:off x="487100" y="48197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BAC696-CE28-1199-499B-7D2712BFA9B7}"/>
              </a:ext>
            </a:extLst>
          </p:cNvPr>
          <p:cNvSpPr/>
          <p:nvPr/>
        </p:nvSpPr>
        <p:spPr>
          <a:xfrm>
            <a:off x="747095" y="6937008"/>
            <a:ext cx="11763815" cy="5471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7904739-59F9-AAE1-10C5-8D46A31B2539}"/>
              </a:ext>
            </a:extLst>
          </p:cNvPr>
          <p:cNvSpPr/>
          <p:nvPr/>
        </p:nvSpPr>
        <p:spPr>
          <a:xfrm>
            <a:off x="689728" y="684348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522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DB55-A165-E45B-647E-03A6B6B40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76063-8C18-5F20-5CDB-F44BA1F2C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576" y="921343"/>
            <a:ext cx="10374173" cy="874517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7B75B12-FEFF-3997-4D54-A8A6C824488A}"/>
              </a:ext>
            </a:extLst>
          </p:cNvPr>
          <p:cNvSpPr/>
          <p:nvPr/>
        </p:nvSpPr>
        <p:spPr>
          <a:xfrm>
            <a:off x="1196751" y="2012405"/>
            <a:ext cx="2939819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DF2E476-284E-E6D6-0F4B-F4AC29955330}"/>
              </a:ext>
            </a:extLst>
          </p:cNvPr>
          <p:cNvSpPr/>
          <p:nvPr/>
        </p:nvSpPr>
        <p:spPr>
          <a:xfrm>
            <a:off x="1095438" y="191888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2EEBBF-B9F4-ABBC-2CCD-8E37D66C3F71}"/>
              </a:ext>
            </a:extLst>
          </p:cNvPr>
          <p:cNvSpPr/>
          <p:nvPr/>
        </p:nvSpPr>
        <p:spPr>
          <a:xfrm>
            <a:off x="1196752" y="2612570"/>
            <a:ext cx="10240506" cy="70539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23A2143-B86D-F17A-1411-28165FBCC99D}"/>
              </a:ext>
            </a:extLst>
          </p:cNvPr>
          <p:cNvSpPr/>
          <p:nvPr/>
        </p:nvSpPr>
        <p:spPr>
          <a:xfrm>
            <a:off x="1095438" y="251905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6E49D78-BBF3-9A28-D601-C3DBF9C41D56}"/>
              </a:ext>
            </a:extLst>
          </p:cNvPr>
          <p:cNvSpPr/>
          <p:nvPr/>
        </p:nvSpPr>
        <p:spPr>
          <a:xfrm>
            <a:off x="1608497" y="3070018"/>
            <a:ext cx="1337904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063F777-F4BD-630B-57CB-44B717C7BEB0}"/>
              </a:ext>
            </a:extLst>
          </p:cNvPr>
          <p:cNvSpPr/>
          <p:nvPr/>
        </p:nvSpPr>
        <p:spPr>
          <a:xfrm>
            <a:off x="1507183" y="297649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9267C57-57A3-7E2D-0924-799897763343}"/>
              </a:ext>
            </a:extLst>
          </p:cNvPr>
          <p:cNvSpPr/>
          <p:nvPr/>
        </p:nvSpPr>
        <p:spPr>
          <a:xfrm>
            <a:off x="10129595" y="1412239"/>
            <a:ext cx="1469910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EE30FD9-D803-2A91-B286-A7C2038F6057}"/>
              </a:ext>
            </a:extLst>
          </p:cNvPr>
          <p:cNvSpPr/>
          <p:nvPr/>
        </p:nvSpPr>
        <p:spPr>
          <a:xfrm>
            <a:off x="10028281" y="131871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3DAC40-732F-96E8-4259-54FCD20BB2D7}"/>
              </a:ext>
            </a:extLst>
          </p:cNvPr>
          <p:cNvSpPr/>
          <p:nvPr/>
        </p:nvSpPr>
        <p:spPr>
          <a:xfrm>
            <a:off x="7035261" y="3370101"/>
            <a:ext cx="1856947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410A636A-FCB4-6A98-2501-BB559070705D}"/>
              </a:ext>
            </a:extLst>
          </p:cNvPr>
          <p:cNvSpPr/>
          <p:nvPr/>
        </p:nvSpPr>
        <p:spPr>
          <a:xfrm>
            <a:off x="6933948" y="327658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8760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D2FF-1D83-544A-D56F-972165AAA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F0B11F-3098-33ED-ADF8-315F1EFBD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582" y="1098752"/>
            <a:ext cx="7792537" cy="79735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C976FFF-D900-6D0A-A7BB-B0ABB6FDDD3B}"/>
              </a:ext>
            </a:extLst>
          </p:cNvPr>
          <p:cNvSpPr/>
          <p:nvPr/>
        </p:nvSpPr>
        <p:spPr>
          <a:xfrm>
            <a:off x="1728896" y="1901864"/>
            <a:ext cx="1760974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2B09025-C8A2-D4BA-E9CA-4ECAC1CC75E7}"/>
              </a:ext>
            </a:extLst>
          </p:cNvPr>
          <p:cNvSpPr/>
          <p:nvPr/>
        </p:nvSpPr>
        <p:spPr>
          <a:xfrm>
            <a:off x="1627582" y="180834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12DA3F-7349-E2EC-E828-64B0DBBD70A3}"/>
              </a:ext>
            </a:extLst>
          </p:cNvPr>
          <p:cNvSpPr/>
          <p:nvPr/>
        </p:nvSpPr>
        <p:spPr>
          <a:xfrm>
            <a:off x="1728896" y="2625210"/>
            <a:ext cx="2379278" cy="18937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7852466-51E4-6C61-7687-42A62B98403D}"/>
              </a:ext>
            </a:extLst>
          </p:cNvPr>
          <p:cNvSpPr/>
          <p:nvPr/>
        </p:nvSpPr>
        <p:spPr>
          <a:xfrm>
            <a:off x="1627582" y="2531689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5A64B6-73C3-7B86-8A7D-F2860FFF6D29}"/>
              </a:ext>
            </a:extLst>
          </p:cNvPr>
          <p:cNvSpPr/>
          <p:nvPr/>
        </p:nvSpPr>
        <p:spPr>
          <a:xfrm>
            <a:off x="1728896" y="4518991"/>
            <a:ext cx="2379278" cy="22661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F506CDA-0D37-D069-0A4D-58F2F3A5521B}"/>
              </a:ext>
            </a:extLst>
          </p:cNvPr>
          <p:cNvSpPr/>
          <p:nvPr/>
        </p:nvSpPr>
        <p:spPr>
          <a:xfrm>
            <a:off x="1627582" y="442547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D66532-A06C-32B3-FD56-EC3CAC00B71B}"/>
              </a:ext>
            </a:extLst>
          </p:cNvPr>
          <p:cNvSpPr/>
          <p:nvPr/>
        </p:nvSpPr>
        <p:spPr>
          <a:xfrm>
            <a:off x="4310802" y="2531689"/>
            <a:ext cx="4965720" cy="5432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80B35AA-55B5-2ED7-0FF0-D6A3B742543A}"/>
              </a:ext>
            </a:extLst>
          </p:cNvPr>
          <p:cNvSpPr/>
          <p:nvPr/>
        </p:nvSpPr>
        <p:spPr>
          <a:xfrm>
            <a:off x="4209488" y="243816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34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BF2F2-8786-066C-AE55-2066AE9BE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폰트, 번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B0ED1D-4BAF-C312-44C1-E170EFD60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94" y="655780"/>
            <a:ext cx="10517068" cy="289600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3E39CA1-697E-E8C3-2753-2F23411ED71F}"/>
              </a:ext>
            </a:extLst>
          </p:cNvPr>
          <p:cNvSpPr/>
          <p:nvPr/>
        </p:nvSpPr>
        <p:spPr>
          <a:xfrm>
            <a:off x="747094" y="1819933"/>
            <a:ext cx="10517067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6BCF3BE-2AA7-68B1-4E9E-F915F48407EB}"/>
              </a:ext>
            </a:extLst>
          </p:cNvPr>
          <p:cNvSpPr/>
          <p:nvPr/>
        </p:nvSpPr>
        <p:spPr>
          <a:xfrm>
            <a:off x="645781" y="172641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9D12855-F99A-AEF1-4D80-B783BA92920B}"/>
              </a:ext>
            </a:extLst>
          </p:cNvPr>
          <p:cNvSpPr/>
          <p:nvPr/>
        </p:nvSpPr>
        <p:spPr>
          <a:xfrm>
            <a:off x="747094" y="2449758"/>
            <a:ext cx="10517067" cy="1070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C687F2A-7465-F8A8-4674-A33C24E36119}"/>
              </a:ext>
            </a:extLst>
          </p:cNvPr>
          <p:cNvSpPr/>
          <p:nvPr/>
        </p:nvSpPr>
        <p:spPr>
          <a:xfrm>
            <a:off x="645781" y="235623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9795D1-7E6C-AA4D-B7C3-65D16B6925DC}"/>
              </a:ext>
            </a:extLst>
          </p:cNvPr>
          <p:cNvSpPr/>
          <p:nvPr/>
        </p:nvSpPr>
        <p:spPr>
          <a:xfrm>
            <a:off x="9367633" y="1016465"/>
            <a:ext cx="889549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1CAEB59-DB3C-CA13-507A-0921F22868B4}"/>
              </a:ext>
            </a:extLst>
          </p:cNvPr>
          <p:cNvSpPr/>
          <p:nvPr/>
        </p:nvSpPr>
        <p:spPr>
          <a:xfrm>
            <a:off x="9266320" y="92294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327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AA1AE-60B9-5DE8-0192-A0DF56332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907A0A-D920-5C81-3730-04520D5E1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229" y="1161521"/>
            <a:ext cx="10507541" cy="758295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2079739-C4AD-5384-5826-FBD3F1D27076}"/>
              </a:ext>
            </a:extLst>
          </p:cNvPr>
          <p:cNvSpPr/>
          <p:nvPr/>
        </p:nvSpPr>
        <p:spPr>
          <a:xfrm>
            <a:off x="1345467" y="2058471"/>
            <a:ext cx="2298882" cy="7377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7324C92-B7BD-57A4-AFCF-10C7F606C0A5}"/>
              </a:ext>
            </a:extLst>
          </p:cNvPr>
          <p:cNvSpPr/>
          <p:nvPr/>
        </p:nvSpPr>
        <p:spPr>
          <a:xfrm>
            <a:off x="1244153" y="1964951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AA6D28E-36C2-C225-2DE4-BF931EDF582F}"/>
              </a:ext>
            </a:extLst>
          </p:cNvPr>
          <p:cNvSpPr/>
          <p:nvPr/>
        </p:nvSpPr>
        <p:spPr>
          <a:xfrm>
            <a:off x="1340703" y="2941263"/>
            <a:ext cx="5263297" cy="49997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1EA3EE3-3BF4-B4CA-0A82-62806D94E080}"/>
              </a:ext>
            </a:extLst>
          </p:cNvPr>
          <p:cNvSpPr/>
          <p:nvPr/>
        </p:nvSpPr>
        <p:spPr>
          <a:xfrm>
            <a:off x="1239390" y="284774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8CAABE-10CF-CA31-FBA1-AE5E168A311B}"/>
              </a:ext>
            </a:extLst>
          </p:cNvPr>
          <p:cNvSpPr/>
          <p:nvPr/>
        </p:nvSpPr>
        <p:spPr>
          <a:xfrm>
            <a:off x="3653875" y="1883841"/>
            <a:ext cx="5432068" cy="9639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6B6277E-4F00-EF93-6396-6EDCE2FBEC87}"/>
              </a:ext>
            </a:extLst>
          </p:cNvPr>
          <p:cNvSpPr/>
          <p:nvPr/>
        </p:nvSpPr>
        <p:spPr>
          <a:xfrm>
            <a:off x="3552562" y="179032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D53729B-B24F-94BE-2353-55573AAFC04A}"/>
              </a:ext>
            </a:extLst>
          </p:cNvPr>
          <p:cNvSpPr/>
          <p:nvPr/>
        </p:nvSpPr>
        <p:spPr>
          <a:xfrm>
            <a:off x="6594473" y="2941263"/>
            <a:ext cx="5263297" cy="49997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0D4BD87-AD29-3379-3F1B-52FD381A4F58}"/>
              </a:ext>
            </a:extLst>
          </p:cNvPr>
          <p:cNvSpPr/>
          <p:nvPr/>
        </p:nvSpPr>
        <p:spPr>
          <a:xfrm>
            <a:off x="6493160" y="284774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F25BF3-1DD0-C13A-362F-119162593F19}"/>
              </a:ext>
            </a:extLst>
          </p:cNvPr>
          <p:cNvSpPr/>
          <p:nvPr/>
        </p:nvSpPr>
        <p:spPr>
          <a:xfrm>
            <a:off x="10249981" y="8100262"/>
            <a:ext cx="1607789" cy="6442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A1444DE-4998-68EA-5B37-039AD3C9A24B}"/>
              </a:ext>
            </a:extLst>
          </p:cNvPr>
          <p:cNvSpPr/>
          <p:nvPr/>
        </p:nvSpPr>
        <p:spPr>
          <a:xfrm>
            <a:off x="10148667" y="800674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102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34FC-8678-A7B0-D9CD-62400944F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729E17-9BD8-839A-7C73-C2243CDFB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29" y="3613911"/>
            <a:ext cx="4496427" cy="348663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A8EBB5D-7E60-D0BE-B67D-8D6A1DA145A4}"/>
              </a:ext>
            </a:extLst>
          </p:cNvPr>
          <p:cNvSpPr/>
          <p:nvPr/>
        </p:nvSpPr>
        <p:spPr>
          <a:xfrm>
            <a:off x="645781" y="1739811"/>
            <a:ext cx="10517067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203AAEB-38FF-D4B5-5D3F-77FEBDE97951}"/>
              </a:ext>
            </a:extLst>
          </p:cNvPr>
          <p:cNvSpPr/>
          <p:nvPr/>
        </p:nvSpPr>
        <p:spPr>
          <a:xfrm>
            <a:off x="544468" y="164629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CD6D89-838A-A240-6650-5FA066521DA5}"/>
              </a:ext>
            </a:extLst>
          </p:cNvPr>
          <p:cNvSpPr/>
          <p:nvPr/>
        </p:nvSpPr>
        <p:spPr>
          <a:xfrm>
            <a:off x="747094" y="2449758"/>
            <a:ext cx="10517067" cy="1070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E33F9DB-071B-490E-7459-CC283853A16C}"/>
              </a:ext>
            </a:extLst>
          </p:cNvPr>
          <p:cNvSpPr/>
          <p:nvPr/>
        </p:nvSpPr>
        <p:spPr>
          <a:xfrm>
            <a:off x="645781" y="235623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9752774-5EC8-9708-7DC7-88507A6EC518}"/>
              </a:ext>
            </a:extLst>
          </p:cNvPr>
          <p:cNvSpPr/>
          <p:nvPr/>
        </p:nvSpPr>
        <p:spPr>
          <a:xfrm>
            <a:off x="9367633" y="1016465"/>
            <a:ext cx="889549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8CCAA48-D1B7-C6E9-5A94-C10FCAC3B125}"/>
              </a:ext>
            </a:extLst>
          </p:cNvPr>
          <p:cNvSpPr/>
          <p:nvPr/>
        </p:nvSpPr>
        <p:spPr>
          <a:xfrm>
            <a:off x="9266320" y="92294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067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1713</TotalTime>
  <Words>67</Words>
  <Application>Microsoft Office PowerPoint</Application>
  <PresentationFormat>사용자 지정</PresentationFormat>
  <Paragraphs>62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민우 류</dc:creator>
  <cp:lastModifiedBy>류민우</cp:lastModifiedBy>
  <cp:revision>8</cp:revision>
  <dcterms:created xsi:type="dcterms:W3CDTF">2026-01-29T02:07:41Z</dcterms:created>
  <dcterms:modified xsi:type="dcterms:W3CDTF">2026-02-04T08:22:05Z</dcterms:modified>
</cp:coreProperties>
</file>