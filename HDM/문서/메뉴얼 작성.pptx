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3208000" cy="990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14" autoAdjust="0"/>
    <p:restoredTop sz="94660"/>
  </p:normalViewPr>
  <p:slideViewPr>
    <p:cSldViewPr snapToGrid="0">
      <p:cViewPr varScale="1">
        <p:scale>
          <a:sx n="72" d="100"/>
          <a:sy n="72" d="100"/>
        </p:scale>
        <p:origin x="69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90600" y="1621191"/>
            <a:ext cx="11226800" cy="3448756"/>
          </a:xfrm>
        </p:spPr>
        <p:txBody>
          <a:bodyPr anchor="b"/>
          <a:lstStyle>
            <a:lvl1pPr algn="ctr">
              <a:defRPr sz="8666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51000" y="5202944"/>
            <a:ext cx="9906000" cy="2391656"/>
          </a:xfrm>
        </p:spPr>
        <p:txBody>
          <a:bodyPr/>
          <a:lstStyle>
            <a:lvl1pPr marL="0" indent="0" algn="ctr">
              <a:buNone/>
              <a:defRPr sz="3467"/>
            </a:lvl1pPr>
            <a:lvl2pPr marL="660380" indent="0" algn="ctr">
              <a:buNone/>
              <a:defRPr sz="2889"/>
            </a:lvl2pPr>
            <a:lvl3pPr marL="1320759" indent="0" algn="ctr">
              <a:buNone/>
              <a:defRPr sz="2600"/>
            </a:lvl3pPr>
            <a:lvl4pPr marL="1981139" indent="0" algn="ctr">
              <a:buNone/>
              <a:defRPr sz="2311"/>
            </a:lvl4pPr>
            <a:lvl5pPr marL="2641519" indent="0" algn="ctr">
              <a:buNone/>
              <a:defRPr sz="2311"/>
            </a:lvl5pPr>
            <a:lvl6pPr marL="3301898" indent="0" algn="ctr">
              <a:buNone/>
              <a:defRPr sz="2311"/>
            </a:lvl6pPr>
            <a:lvl7pPr marL="3962278" indent="0" algn="ctr">
              <a:buNone/>
              <a:defRPr sz="2311"/>
            </a:lvl7pPr>
            <a:lvl8pPr marL="4622658" indent="0" algn="ctr">
              <a:buNone/>
              <a:defRPr sz="2311"/>
            </a:lvl8pPr>
            <a:lvl9pPr marL="5283037" indent="0" algn="ctr">
              <a:buNone/>
              <a:defRPr sz="2311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5EC25-0EF2-497B-8920-1E6BAD0A2F9F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233FA-EA28-4453-936A-B3F5BBAC4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79497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5EC25-0EF2-497B-8920-1E6BAD0A2F9F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233FA-EA28-4453-936A-B3F5BBAC4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145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1172" y="2469624"/>
            <a:ext cx="11391900" cy="4120620"/>
          </a:xfrm>
        </p:spPr>
        <p:txBody>
          <a:bodyPr anchor="b"/>
          <a:lstStyle>
            <a:lvl1pPr>
              <a:defRPr sz="8666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1172" y="6629226"/>
            <a:ext cx="11391900" cy="2166937"/>
          </a:xfrm>
        </p:spPr>
        <p:txBody>
          <a:bodyPr/>
          <a:lstStyle>
            <a:lvl1pPr marL="0" indent="0">
              <a:buNone/>
              <a:defRPr sz="3467">
                <a:solidFill>
                  <a:schemeClr val="tx1"/>
                </a:solidFill>
              </a:defRPr>
            </a:lvl1pPr>
            <a:lvl2pPr marL="660380" indent="0">
              <a:buNone/>
              <a:defRPr sz="2889">
                <a:solidFill>
                  <a:schemeClr val="tx1">
                    <a:tint val="75000"/>
                  </a:schemeClr>
                </a:solidFill>
              </a:defRPr>
            </a:lvl2pPr>
            <a:lvl3pPr marL="1320759" indent="0">
              <a:buNone/>
              <a:defRPr sz="2600">
                <a:solidFill>
                  <a:schemeClr val="tx1">
                    <a:tint val="75000"/>
                  </a:schemeClr>
                </a:solidFill>
              </a:defRPr>
            </a:lvl3pPr>
            <a:lvl4pPr marL="1981139" indent="0">
              <a:buNone/>
              <a:defRPr sz="2311">
                <a:solidFill>
                  <a:schemeClr val="tx1">
                    <a:tint val="75000"/>
                  </a:schemeClr>
                </a:solidFill>
              </a:defRPr>
            </a:lvl4pPr>
            <a:lvl5pPr marL="2641519" indent="0">
              <a:buNone/>
              <a:defRPr sz="2311">
                <a:solidFill>
                  <a:schemeClr val="tx1">
                    <a:tint val="75000"/>
                  </a:schemeClr>
                </a:solidFill>
              </a:defRPr>
            </a:lvl5pPr>
            <a:lvl6pPr marL="3301898" indent="0">
              <a:buNone/>
              <a:defRPr sz="2311">
                <a:solidFill>
                  <a:schemeClr val="tx1">
                    <a:tint val="75000"/>
                  </a:schemeClr>
                </a:solidFill>
              </a:defRPr>
            </a:lvl6pPr>
            <a:lvl7pPr marL="3962278" indent="0">
              <a:buNone/>
              <a:defRPr sz="2311">
                <a:solidFill>
                  <a:schemeClr val="tx1">
                    <a:tint val="75000"/>
                  </a:schemeClr>
                </a:solidFill>
              </a:defRPr>
            </a:lvl7pPr>
            <a:lvl8pPr marL="4622658" indent="0">
              <a:buNone/>
              <a:defRPr sz="2311">
                <a:solidFill>
                  <a:schemeClr val="tx1">
                    <a:tint val="75000"/>
                  </a:schemeClr>
                </a:solidFill>
              </a:defRPr>
            </a:lvl8pPr>
            <a:lvl9pPr marL="5283037" indent="0">
              <a:buNone/>
              <a:defRPr sz="231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5EC25-0EF2-497B-8920-1E6BAD0A2F9F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233FA-EA28-4453-936A-B3F5BBAC4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437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8050" y="2637014"/>
            <a:ext cx="561340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86550" y="2637014"/>
            <a:ext cx="5613400" cy="6285266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5EC25-0EF2-497B-8920-1E6BAD0A2F9F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233FA-EA28-4453-936A-B3F5BBAC4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874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9770" y="527405"/>
            <a:ext cx="11391900" cy="191470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9772" y="2428347"/>
            <a:ext cx="5587602" cy="1190095"/>
          </a:xfrm>
        </p:spPr>
        <p:txBody>
          <a:bodyPr anchor="b"/>
          <a:lstStyle>
            <a:lvl1pPr marL="0" indent="0">
              <a:buNone/>
              <a:defRPr sz="3467" b="1"/>
            </a:lvl1pPr>
            <a:lvl2pPr marL="660380" indent="0">
              <a:buNone/>
              <a:defRPr sz="2889" b="1"/>
            </a:lvl2pPr>
            <a:lvl3pPr marL="1320759" indent="0">
              <a:buNone/>
              <a:defRPr sz="2600" b="1"/>
            </a:lvl3pPr>
            <a:lvl4pPr marL="1981139" indent="0">
              <a:buNone/>
              <a:defRPr sz="2311" b="1"/>
            </a:lvl4pPr>
            <a:lvl5pPr marL="2641519" indent="0">
              <a:buNone/>
              <a:defRPr sz="2311" b="1"/>
            </a:lvl5pPr>
            <a:lvl6pPr marL="3301898" indent="0">
              <a:buNone/>
              <a:defRPr sz="2311" b="1"/>
            </a:lvl6pPr>
            <a:lvl7pPr marL="3962278" indent="0">
              <a:buNone/>
              <a:defRPr sz="2311" b="1"/>
            </a:lvl7pPr>
            <a:lvl8pPr marL="4622658" indent="0">
              <a:buNone/>
              <a:defRPr sz="2311" b="1"/>
            </a:lvl8pPr>
            <a:lvl9pPr marL="5283037" indent="0">
              <a:buNone/>
              <a:defRPr sz="231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09772" y="3618442"/>
            <a:ext cx="5587602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86551" y="2428347"/>
            <a:ext cx="5615120" cy="1190095"/>
          </a:xfrm>
        </p:spPr>
        <p:txBody>
          <a:bodyPr anchor="b"/>
          <a:lstStyle>
            <a:lvl1pPr marL="0" indent="0">
              <a:buNone/>
              <a:defRPr sz="3467" b="1"/>
            </a:lvl1pPr>
            <a:lvl2pPr marL="660380" indent="0">
              <a:buNone/>
              <a:defRPr sz="2889" b="1"/>
            </a:lvl2pPr>
            <a:lvl3pPr marL="1320759" indent="0">
              <a:buNone/>
              <a:defRPr sz="2600" b="1"/>
            </a:lvl3pPr>
            <a:lvl4pPr marL="1981139" indent="0">
              <a:buNone/>
              <a:defRPr sz="2311" b="1"/>
            </a:lvl4pPr>
            <a:lvl5pPr marL="2641519" indent="0">
              <a:buNone/>
              <a:defRPr sz="2311" b="1"/>
            </a:lvl5pPr>
            <a:lvl6pPr marL="3301898" indent="0">
              <a:buNone/>
              <a:defRPr sz="2311" b="1"/>
            </a:lvl6pPr>
            <a:lvl7pPr marL="3962278" indent="0">
              <a:buNone/>
              <a:defRPr sz="2311" b="1"/>
            </a:lvl7pPr>
            <a:lvl8pPr marL="4622658" indent="0">
              <a:buNone/>
              <a:defRPr sz="2311" b="1"/>
            </a:lvl8pPr>
            <a:lvl9pPr marL="5283037" indent="0">
              <a:buNone/>
              <a:defRPr sz="231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86551" y="3618442"/>
            <a:ext cx="5615120" cy="532218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5EC25-0EF2-497B-8920-1E6BAD0A2F9F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233FA-EA28-4453-936A-B3F5BBAC4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50347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5EC25-0EF2-497B-8920-1E6BAD0A2F9F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233FA-EA28-4453-936A-B3F5BBAC4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901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5EC25-0EF2-497B-8920-1E6BAD0A2F9F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233FA-EA28-4453-936A-B3F5BBAC4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49506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9770" y="660400"/>
            <a:ext cx="4259924" cy="2311400"/>
          </a:xfrm>
        </p:spPr>
        <p:txBody>
          <a:bodyPr anchor="b"/>
          <a:lstStyle>
            <a:lvl1pPr>
              <a:defRPr sz="462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15120" y="1426283"/>
            <a:ext cx="6686550" cy="7039681"/>
          </a:xfrm>
        </p:spPr>
        <p:txBody>
          <a:bodyPr/>
          <a:lstStyle>
            <a:lvl1pPr>
              <a:defRPr sz="4622"/>
            </a:lvl1pPr>
            <a:lvl2pPr>
              <a:defRPr sz="4044"/>
            </a:lvl2pPr>
            <a:lvl3pPr>
              <a:defRPr sz="3467"/>
            </a:lvl3pPr>
            <a:lvl4pPr>
              <a:defRPr sz="2889"/>
            </a:lvl4pPr>
            <a:lvl5pPr>
              <a:defRPr sz="2889"/>
            </a:lvl5pPr>
            <a:lvl6pPr>
              <a:defRPr sz="2889"/>
            </a:lvl6pPr>
            <a:lvl7pPr>
              <a:defRPr sz="2889"/>
            </a:lvl7pPr>
            <a:lvl8pPr>
              <a:defRPr sz="2889"/>
            </a:lvl8pPr>
            <a:lvl9pPr>
              <a:defRPr sz="288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09770" y="2971800"/>
            <a:ext cx="4259924" cy="5505627"/>
          </a:xfrm>
        </p:spPr>
        <p:txBody>
          <a:bodyPr/>
          <a:lstStyle>
            <a:lvl1pPr marL="0" indent="0">
              <a:buNone/>
              <a:defRPr sz="2311"/>
            </a:lvl1pPr>
            <a:lvl2pPr marL="660380" indent="0">
              <a:buNone/>
              <a:defRPr sz="2022"/>
            </a:lvl2pPr>
            <a:lvl3pPr marL="1320759" indent="0">
              <a:buNone/>
              <a:defRPr sz="1733"/>
            </a:lvl3pPr>
            <a:lvl4pPr marL="1981139" indent="0">
              <a:buNone/>
              <a:defRPr sz="1444"/>
            </a:lvl4pPr>
            <a:lvl5pPr marL="2641519" indent="0">
              <a:buNone/>
              <a:defRPr sz="1444"/>
            </a:lvl5pPr>
            <a:lvl6pPr marL="3301898" indent="0">
              <a:buNone/>
              <a:defRPr sz="1444"/>
            </a:lvl6pPr>
            <a:lvl7pPr marL="3962278" indent="0">
              <a:buNone/>
              <a:defRPr sz="1444"/>
            </a:lvl7pPr>
            <a:lvl8pPr marL="4622658" indent="0">
              <a:buNone/>
              <a:defRPr sz="1444"/>
            </a:lvl8pPr>
            <a:lvl9pPr marL="5283037" indent="0">
              <a:buNone/>
              <a:defRPr sz="1444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5EC25-0EF2-497B-8920-1E6BAD0A2F9F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233FA-EA28-4453-936A-B3F5BBAC4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9223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9770" y="660400"/>
            <a:ext cx="4259924" cy="2311400"/>
          </a:xfrm>
        </p:spPr>
        <p:txBody>
          <a:bodyPr anchor="b"/>
          <a:lstStyle>
            <a:lvl1pPr>
              <a:defRPr sz="462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615120" y="1426283"/>
            <a:ext cx="6686550" cy="7039681"/>
          </a:xfrm>
        </p:spPr>
        <p:txBody>
          <a:bodyPr anchor="t"/>
          <a:lstStyle>
            <a:lvl1pPr marL="0" indent="0">
              <a:buNone/>
              <a:defRPr sz="4622"/>
            </a:lvl1pPr>
            <a:lvl2pPr marL="660380" indent="0">
              <a:buNone/>
              <a:defRPr sz="4044"/>
            </a:lvl2pPr>
            <a:lvl3pPr marL="1320759" indent="0">
              <a:buNone/>
              <a:defRPr sz="3467"/>
            </a:lvl3pPr>
            <a:lvl4pPr marL="1981139" indent="0">
              <a:buNone/>
              <a:defRPr sz="2889"/>
            </a:lvl4pPr>
            <a:lvl5pPr marL="2641519" indent="0">
              <a:buNone/>
              <a:defRPr sz="2889"/>
            </a:lvl5pPr>
            <a:lvl6pPr marL="3301898" indent="0">
              <a:buNone/>
              <a:defRPr sz="2889"/>
            </a:lvl6pPr>
            <a:lvl7pPr marL="3962278" indent="0">
              <a:buNone/>
              <a:defRPr sz="2889"/>
            </a:lvl7pPr>
            <a:lvl8pPr marL="4622658" indent="0">
              <a:buNone/>
              <a:defRPr sz="2889"/>
            </a:lvl8pPr>
            <a:lvl9pPr marL="5283037" indent="0">
              <a:buNone/>
              <a:defRPr sz="2889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09770" y="2971800"/>
            <a:ext cx="4259924" cy="5505627"/>
          </a:xfrm>
        </p:spPr>
        <p:txBody>
          <a:bodyPr/>
          <a:lstStyle>
            <a:lvl1pPr marL="0" indent="0">
              <a:buNone/>
              <a:defRPr sz="2311"/>
            </a:lvl1pPr>
            <a:lvl2pPr marL="660380" indent="0">
              <a:buNone/>
              <a:defRPr sz="2022"/>
            </a:lvl2pPr>
            <a:lvl3pPr marL="1320759" indent="0">
              <a:buNone/>
              <a:defRPr sz="1733"/>
            </a:lvl3pPr>
            <a:lvl4pPr marL="1981139" indent="0">
              <a:buNone/>
              <a:defRPr sz="1444"/>
            </a:lvl4pPr>
            <a:lvl5pPr marL="2641519" indent="0">
              <a:buNone/>
              <a:defRPr sz="1444"/>
            </a:lvl5pPr>
            <a:lvl6pPr marL="3301898" indent="0">
              <a:buNone/>
              <a:defRPr sz="1444"/>
            </a:lvl6pPr>
            <a:lvl7pPr marL="3962278" indent="0">
              <a:buNone/>
              <a:defRPr sz="1444"/>
            </a:lvl7pPr>
            <a:lvl8pPr marL="4622658" indent="0">
              <a:buNone/>
              <a:defRPr sz="1444"/>
            </a:lvl8pPr>
            <a:lvl9pPr marL="5283037" indent="0">
              <a:buNone/>
              <a:defRPr sz="1444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5EC25-0EF2-497B-8920-1E6BAD0A2F9F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233FA-EA28-4453-936A-B3F5BBAC4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83109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5EC25-0EF2-497B-8920-1E6BAD0A2F9F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233FA-EA28-4453-936A-B3F5BBAC4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3772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51976" y="527403"/>
            <a:ext cx="2847975" cy="839487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08051" y="527403"/>
            <a:ext cx="8378825" cy="839487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5EC25-0EF2-497B-8920-1E6BAD0A2F9F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3233FA-EA28-4453-936A-B3F5BBAC4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11305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08050" y="527405"/>
            <a:ext cx="11391900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8050" y="2637014"/>
            <a:ext cx="11391900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08050" y="9181397"/>
            <a:ext cx="29718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35EC25-0EF2-497B-8920-1E6BAD0A2F9F}" type="datetimeFigureOut">
              <a:rPr lang="ko-KR" altLang="en-US" smtClean="0"/>
              <a:t>2026-02-03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75150" y="9181397"/>
            <a:ext cx="44577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28150" y="9181397"/>
            <a:ext cx="29718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3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3233FA-EA28-4453-936A-B3F5BBAC457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28964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320759" rtl="0" eaLnBrk="1" latinLnBrk="1" hangingPunct="1">
        <a:lnSpc>
          <a:spcPct val="90000"/>
        </a:lnSpc>
        <a:spcBef>
          <a:spcPct val="0"/>
        </a:spcBef>
        <a:buNone/>
        <a:defRPr sz="635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0190" indent="-330190" algn="l" defTabSz="1320759" rtl="0" eaLnBrk="1" latinLnBrk="1" hangingPunct="1">
        <a:lnSpc>
          <a:spcPct val="90000"/>
        </a:lnSpc>
        <a:spcBef>
          <a:spcPts val="1444"/>
        </a:spcBef>
        <a:buFont typeface="Arial" panose="020B0604020202020204" pitchFamily="34" charset="0"/>
        <a:buChar char="•"/>
        <a:defRPr sz="4044" kern="1200">
          <a:solidFill>
            <a:schemeClr val="tx1"/>
          </a:solidFill>
          <a:latin typeface="+mn-lt"/>
          <a:ea typeface="+mn-ea"/>
          <a:cs typeface="+mn-cs"/>
        </a:defRPr>
      </a:lvl1pPr>
      <a:lvl2pPr marL="990570" indent="-330190" algn="l" defTabSz="1320759" rtl="0" eaLnBrk="1" latinLnBrk="1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3467" kern="1200">
          <a:solidFill>
            <a:schemeClr val="tx1"/>
          </a:solidFill>
          <a:latin typeface="+mn-lt"/>
          <a:ea typeface="+mn-ea"/>
          <a:cs typeface="+mn-cs"/>
        </a:defRPr>
      </a:lvl2pPr>
      <a:lvl3pPr marL="1650949" indent="-330190" algn="l" defTabSz="1320759" rtl="0" eaLnBrk="1" latinLnBrk="1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889" kern="1200">
          <a:solidFill>
            <a:schemeClr val="tx1"/>
          </a:solidFill>
          <a:latin typeface="+mn-lt"/>
          <a:ea typeface="+mn-ea"/>
          <a:cs typeface="+mn-cs"/>
        </a:defRPr>
      </a:lvl3pPr>
      <a:lvl4pPr marL="2311329" indent="-330190" algn="l" defTabSz="1320759" rtl="0" eaLnBrk="1" latinLnBrk="1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4pPr>
      <a:lvl5pPr marL="2971709" indent="-330190" algn="l" defTabSz="1320759" rtl="0" eaLnBrk="1" latinLnBrk="1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5pPr>
      <a:lvl6pPr marL="3632088" indent="-330190" algn="l" defTabSz="1320759" rtl="0" eaLnBrk="1" latinLnBrk="1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6pPr>
      <a:lvl7pPr marL="4292468" indent="-330190" algn="l" defTabSz="1320759" rtl="0" eaLnBrk="1" latinLnBrk="1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7pPr>
      <a:lvl8pPr marL="4952848" indent="-330190" algn="l" defTabSz="1320759" rtl="0" eaLnBrk="1" latinLnBrk="1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8pPr>
      <a:lvl9pPr marL="5613227" indent="-330190" algn="l" defTabSz="1320759" rtl="0" eaLnBrk="1" latinLnBrk="1" hangingPunct="1">
        <a:lnSpc>
          <a:spcPct val="90000"/>
        </a:lnSpc>
        <a:spcBef>
          <a:spcPts val="722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20759" rtl="0" eaLnBrk="1" latinLnBrk="1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60380" algn="l" defTabSz="1320759" rtl="0" eaLnBrk="1" latinLnBrk="1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320759" algn="l" defTabSz="1320759" rtl="0" eaLnBrk="1" latinLnBrk="1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981139" algn="l" defTabSz="1320759" rtl="0" eaLnBrk="1" latinLnBrk="1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4pPr>
      <a:lvl5pPr marL="2641519" algn="l" defTabSz="1320759" rtl="0" eaLnBrk="1" latinLnBrk="1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5pPr>
      <a:lvl6pPr marL="3301898" algn="l" defTabSz="1320759" rtl="0" eaLnBrk="1" latinLnBrk="1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278" algn="l" defTabSz="1320759" rtl="0" eaLnBrk="1" latinLnBrk="1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7pPr>
      <a:lvl8pPr marL="4622658" algn="l" defTabSz="1320759" rtl="0" eaLnBrk="1" latinLnBrk="1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8pPr>
      <a:lvl9pPr marL="5283037" algn="l" defTabSz="1320759" rtl="0" eaLnBrk="1" latinLnBrk="1" hangingPunct="1">
        <a:defRPr sz="2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A602D843-990B-DA6B-1016-9F7CA95769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32174" y="1271094"/>
            <a:ext cx="138568" cy="2770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2" tIns="34291" rIns="68582" bIns="34291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 sz="1350"/>
          </a:p>
        </p:txBody>
      </p:sp>
      <p:pic>
        <p:nvPicPr>
          <p:cNvPr id="1025" name="_x239121976">
            <a:extLst>
              <a:ext uri="{FF2B5EF4-FFF2-40B4-BE49-F238E27FC236}">
                <a16:creationId xmlns:a16="http://schemas.microsoft.com/office/drawing/2014/main" id="{68D5C44A-0D7E-ED63-5A46-8449383476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26"/>
          <a:stretch>
            <a:fillRect/>
          </a:stretch>
        </p:blipFill>
        <p:spPr bwMode="auto">
          <a:xfrm>
            <a:off x="4186667" y="3404708"/>
            <a:ext cx="4834666" cy="8640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33A32D9-7950-FC74-5E84-4CCF4E5614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32174" y="1271094"/>
            <a:ext cx="138568" cy="2770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68582" tIns="34291" rIns="68582" bIns="34291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 sz="1350"/>
          </a:p>
        </p:txBody>
      </p:sp>
      <p:pic>
        <p:nvPicPr>
          <p:cNvPr id="1027" name="_x239122912">
            <a:extLst>
              <a:ext uri="{FF2B5EF4-FFF2-40B4-BE49-F238E27FC236}">
                <a16:creationId xmlns:a16="http://schemas.microsoft.com/office/drawing/2014/main" id="{BA85F2EB-4CC6-C77A-7DA4-873A86EA65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0010" y="8314560"/>
            <a:ext cx="790599" cy="219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2B5DE3-3889-0549-6436-922771EA8776}"/>
              </a:ext>
            </a:extLst>
          </p:cNvPr>
          <p:cNvSpPr txBox="1"/>
          <p:nvPr/>
        </p:nvSpPr>
        <p:spPr>
          <a:xfrm>
            <a:off x="6443587" y="7618349"/>
            <a:ext cx="2577023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b="1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코드하우스 현대정밀팀</a:t>
            </a:r>
            <a:endParaRPr lang="en-US" altLang="ko-KR" b="1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</a:endParaRPr>
          </a:p>
          <a:p>
            <a:pPr algn="r"/>
            <a:r>
              <a:rPr lang="ko-KR" altLang="en-US" sz="135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류민우</a:t>
            </a:r>
            <a:r>
              <a:rPr lang="en-US" altLang="ko-KR" sz="135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, </a:t>
            </a:r>
            <a:r>
              <a:rPr lang="ko-KR" altLang="en-US" sz="135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김억근</a:t>
            </a:r>
            <a:r>
              <a:rPr lang="en-US" altLang="ko-KR" sz="135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, </a:t>
            </a:r>
            <a:r>
              <a:rPr lang="ko-KR" altLang="en-US" sz="1350" dirty="0" err="1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홍석민</a:t>
            </a:r>
            <a:endParaRPr lang="ko-KR" altLang="en-US" sz="135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4377388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E098973-2637-8D52-FD68-CD05CDB051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8309" y="3145484"/>
            <a:ext cx="4391383" cy="3615032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2BE9E71B-2C8F-FE9D-F831-E2A515D0A280}"/>
              </a:ext>
            </a:extLst>
          </p:cNvPr>
          <p:cNvSpPr/>
          <p:nvPr/>
        </p:nvSpPr>
        <p:spPr>
          <a:xfrm>
            <a:off x="5175206" y="4485396"/>
            <a:ext cx="2935521" cy="89364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A3E736EE-83C5-1B4F-96B8-E9536DAAD89B}"/>
              </a:ext>
            </a:extLst>
          </p:cNvPr>
          <p:cNvSpPr/>
          <p:nvPr/>
        </p:nvSpPr>
        <p:spPr>
          <a:xfrm>
            <a:off x="5073893" y="4391874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15291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소프트웨어, 멀티미디어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51EF4D3-B399-C3F7-56E4-A3D715BBD2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53" t="593" b="1"/>
          <a:stretch>
            <a:fillRect/>
          </a:stretch>
        </p:blipFill>
        <p:spPr>
          <a:xfrm>
            <a:off x="4167259" y="2843582"/>
            <a:ext cx="4873483" cy="395146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D3E66C88-C99C-9251-F38F-81F1A4F38366}"/>
              </a:ext>
            </a:extLst>
          </p:cNvPr>
          <p:cNvSpPr/>
          <p:nvPr/>
        </p:nvSpPr>
        <p:spPr>
          <a:xfrm>
            <a:off x="4268573" y="4734785"/>
            <a:ext cx="2797836" cy="6702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0E4D0334-21C7-A7E8-4587-C4D9A2146C04}"/>
              </a:ext>
            </a:extLst>
          </p:cNvPr>
          <p:cNvSpPr/>
          <p:nvPr/>
        </p:nvSpPr>
        <p:spPr>
          <a:xfrm>
            <a:off x="4167260" y="4641264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A801F4D-AAB2-6F33-9877-8BBC67C45F19}"/>
              </a:ext>
            </a:extLst>
          </p:cNvPr>
          <p:cNvSpPr/>
          <p:nvPr/>
        </p:nvSpPr>
        <p:spPr>
          <a:xfrm>
            <a:off x="7066409" y="4734785"/>
            <a:ext cx="914427" cy="6702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FBC5EA46-1D03-5879-FB5A-512942C661A8}"/>
              </a:ext>
            </a:extLst>
          </p:cNvPr>
          <p:cNvSpPr/>
          <p:nvPr/>
        </p:nvSpPr>
        <p:spPr>
          <a:xfrm>
            <a:off x="6965096" y="4641264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2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3C8D917-4765-1FA9-C4CC-37AB9F0F745D}"/>
              </a:ext>
            </a:extLst>
          </p:cNvPr>
          <p:cNvSpPr/>
          <p:nvPr/>
        </p:nvSpPr>
        <p:spPr>
          <a:xfrm>
            <a:off x="8002918" y="4734785"/>
            <a:ext cx="914427" cy="67023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789FDF89-FFE8-EFFB-861F-086A7DDEACEB}"/>
              </a:ext>
            </a:extLst>
          </p:cNvPr>
          <p:cNvSpPr/>
          <p:nvPr/>
        </p:nvSpPr>
        <p:spPr>
          <a:xfrm>
            <a:off x="7901605" y="4641264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3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19186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문서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E4A2A09-B7BF-3266-520A-32FCBFDC10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380" y="1644883"/>
            <a:ext cx="1107469" cy="6616235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8A697A3F-8522-DFA8-4C53-186A7311AB37}"/>
              </a:ext>
            </a:extLst>
          </p:cNvPr>
          <p:cNvSpPr/>
          <p:nvPr/>
        </p:nvSpPr>
        <p:spPr>
          <a:xfrm>
            <a:off x="4439380" y="2056448"/>
            <a:ext cx="1107469" cy="23250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42F4109A-8011-4A71-6D1F-D586BD43D87E}"/>
              </a:ext>
            </a:extLst>
          </p:cNvPr>
          <p:cNvSpPr/>
          <p:nvPr/>
        </p:nvSpPr>
        <p:spPr>
          <a:xfrm>
            <a:off x="4338065" y="1962926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56B9411-8A8E-653A-B82D-646AE206B7F5}"/>
              </a:ext>
            </a:extLst>
          </p:cNvPr>
          <p:cNvSpPr/>
          <p:nvPr/>
        </p:nvSpPr>
        <p:spPr>
          <a:xfrm>
            <a:off x="4439380" y="4381483"/>
            <a:ext cx="1107469" cy="330051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01203E21-A64E-81A5-2D79-9EB26B9CE001}"/>
              </a:ext>
            </a:extLst>
          </p:cNvPr>
          <p:cNvSpPr/>
          <p:nvPr/>
        </p:nvSpPr>
        <p:spPr>
          <a:xfrm>
            <a:off x="4338065" y="4287962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2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570B80F-6248-EC58-C4D8-942D65FAFB49}"/>
              </a:ext>
            </a:extLst>
          </p:cNvPr>
          <p:cNvSpPr/>
          <p:nvPr/>
        </p:nvSpPr>
        <p:spPr>
          <a:xfrm>
            <a:off x="4439379" y="7687002"/>
            <a:ext cx="1107469" cy="2560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8B14F199-7C0E-8503-7A7B-07A5FBF6A5B9}"/>
              </a:ext>
            </a:extLst>
          </p:cNvPr>
          <p:cNvSpPr/>
          <p:nvPr/>
        </p:nvSpPr>
        <p:spPr>
          <a:xfrm>
            <a:off x="4338065" y="7593481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3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0CDE295-4849-C806-4F36-9BDCD48E12BE}"/>
              </a:ext>
            </a:extLst>
          </p:cNvPr>
          <p:cNvSpPr/>
          <p:nvPr/>
        </p:nvSpPr>
        <p:spPr>
          <a:xfrm>
            <a:off x="4439378" y="7967565"/>
            <a:ext cx="1107469" cy="25607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ECD37E01-B983-AA14-4469-5FB713B54FC9}"/>
              </a:ext>
            </a:extLst>
          </p:cNvPr>
          <p:cNvSpPr/>
          <p:nvPr/>
        </p:nvSpPr>
        <p:spPr>
          <a:xfrm>
            <a:off x="4338064" y="7874044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4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8F4168F-A628-889B-0FC1-714D484616FB}"/>
              </a:ext>
            </a:extLst>
          </p:cNvPr>
          <p:cNvSpPr/>
          <p:nvPr/>
        </p:nvSpPr>
        <p:spPr>
          <a:xfrm>
            <a:off x="5334728" y="1682363"/>
            <a:ext cx="313436" cy="2805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BA6DCBC2-5E6D-4FFD-BBC2-9FB2D62C4117}"/>
              </a:ext>
            </a:extLst>
          </p:cNvPr>
          <p:cNvSpPr/>
          <p:nvPr/>
        </p:nvSpPr>
        <p:spPr>
          <a:xfrm>
            <a:off x="5233415" y="1613332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5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30044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멀티미디어 소프트웨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62F0085-EDA5-CAEC-D3C2-363B704BD0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5988" y="2924115"/>
            <a:ext cx="6348477" cy="3026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51171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8E1A2F4-6C94-51D2-9255-12F65B08A7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7834" y="3605405"/>
            <a:ext cx="5042341" cy="2695191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712C01D6-1377-292B-921C-66B08CA0092A}"/>
              </a:ext>
            </a:extLst>
          </p:cNvPr>
          <p:cNvSpPr/>
          <p:nvPr/>
        </p:nvSpPr>
        <p:spPr>
          <a:xfrm>
            <a:off x="4107834" y="3970382"/>
            <a:ext cx="1353133" cy="32537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CE0CE036-E1E8-9992-5DA5-56831FC28417}"/>
              </a:ext>
            </a:extLst>
          </p:cNvPr>
          <p:cNvSpPr/>
          <p:nvPr/>
        </p:nvSpPr>
        <p:spPr>
          <a:xfrm>
            <a:off x="4057828" y="3889866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F4C5CEDA-C63D-E5A8-BF2E-317C74F484DF}"/>
              </a:ext>
            </a:extLst>
          </p:cNvPr>
          <p:cNvSpPr/>
          <p:nvPr/>
        </p:nvSpPr>
        <p:spPr>
          <a:xfrm>
            <a:off x="5460966" y="4041497"/>
            <a:ext cx="364342" cy="23185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5CBCB0EF-22FB-E078-21C1-0E0AFBC14ACD}"/>
              </a:ext>
            </a:extLst>
          </p:cNvPr>
          <p:cNvSpPr/>
          <p:nvPr/>
        </p:nvSpPr>
        <p:spPr>
          <a:xfrm>
            <a:off x="5359652" y="3948624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2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6970276C-FFD7-BA2C-A230-10D6B6093F2C}"/>
              </a:ext>
            </a:extLst>
          </p:cNvPr>
          <p:cNvSpPr/>
          <p:nvPr/>
        </p:nvSpPr>
        <p:spPr>
          <a:xfrm>
            <a:off x="4107834" y="4295867"/>
            <a:ext cx="5067995" cy="195733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26F8CB8D-83CD-3E65-08B0-4093C6D8A147}"/>
              </a:ext>
            </a:extLst>
          </p:cNvPr>
          <p:cNvSpPr/>
          <p:nvPr/>
        </p:nvSpPr>
        <p:spPr>
          <a:xfrm>
            <a:off x="4057828" y="4202290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3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84959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스크린샷, 소프트웨어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9B6FEE3-7C62-4464-864C-C81B2C4391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89" y="1645128"/>
            <a:ext cx="11813821" cy="661574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F0A81FB-86AA-C502-2668-D81ACC0F5F80}"/>
              </a:ext>
            </a:extLst>
          </p:cNvPr>
          <p:cNvSpPr/>
          <p:nvPr/>
        </p:nvSpPr>
        <p:spPr>
          <a:xfrm>
            <a:off x="747095" y="2389776"/>
            <a:ext cx="1760974" cy="536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F714483-8DD2-A705-981C-0540397152D0}"/>
              </a:ext>
            </a:extLst>
          </p:cNvPr>
          <p:cNvSpPr/>
          <p:nvPr/>
        </p:nvSpPr>
        <p:spPr>
          <a:xfrm>
            <a:off x="645781" y="2296255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4BB9846-C539-A85E-2906-BC58F6309A7C}"/>
              </a:ext>
            </a:extLst>
          </p:cNvPr>
          <p:cNvSpPr/>
          <p:nvPr/>
        </p:nvSpPr>
        <p:spPr>
          <a:xfrm>
            <a:off x="747094" y="3019601"/>
            <a:ext cx="11763815" cy="547125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8A50156F-DA22-1B20-0F1C-31496470A6D9}"/>
              </a:ext>
            </a:extLst>
          </p:cNvPr>
          <p:cNvSpPr/>
          <p:nvPr/>
        </p:nvSpPr>
        <p:spPr>
          <a:xfrm>
            <a:off x="645781" y="2926080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2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15333356-0B49-6919-9B7D-8B38960E95D4}"/>
              </a:ext>
            </a:extLst>
          </p:cNvPr>
          <p:cNvSpPr/>
          <p:nvPr/>
        </p:nvSpPr>
        <p:spPr>
          <a:xfrm>
            <a:off x="11830758" y="1946993"/>
            <a:ext cx="630147" cy="44278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3FA8954D-8FA0-8C6C-3918-BCD1DFAA058D}"/>
              </a:ext>
            </a:extLst>
          </p:cNvPr>
          <p:cNvSpPr/>
          <p:nvPr/>
        </p:nvSpPr>
        <p:spPr>
          <a:xfrm>
            <a:off x="11732881" y="1853472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3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744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E0984-A538-B492-A1DD-055023153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D70E65C-8BB9-C0F3-E151-7B01E927E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801" y="1863218"/>
            <a:ext cx="12852400" cy="6825613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3F35CF1-4476-7876-5D56-449D199DF18E}"/>
              </a:ext>
            </a:extLst>
          </p:cNvPr>
          <p:cNvSpPr/>
          <p:nvPr/>
        </p:nvSpPr>
        <p:spPr>
          <a:xfrm>
            <a:off x="254112" y="2553475"/>
            <a:ext cx="3124087" cy="536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CA3877F-83A5-BE9C-2EA6-4A655A9A2FF8}"/>
              </a:ext>
            </a:extLst>
          </p:cNvPr>
          <p:cNvSpPr/>
          <p:nvPr/>
        </p:nvSpPr>
        <p:spPr>
          <a:xfrm>
            <a:off x="152799" y="2479808"/>
            <a:ext cx="202628" cy="167188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5079DE6-5356-A7B0-876C-305BF6A71690}"/>
              </a:ext>
            </a:extLst>
          </p:cNvPr>
          <p:cNvSpPr/>
          <p:nvPr/>
        </p:nvSpPr>
        <p:spPr>
          <a:xfrm>
            <a:off x="254112" y="3089779"/>
            <a:ext cx="3124087" cy="69025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8FC349AA-A36B-60F3-1785-A29BA7307632}"/>
              </a:ext>
            </a:extLst>
          </p:cNvPr>
          <p:cNvSpPr/>
          <p:nvPr/>
        </p:nvSpPr>
        <p:spPr>
          <a:xfrm>
            <a:off x="152799" y="2996258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2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9EDEE4F-469E-D107-694E-E5DBB7D067CC}"/>
              </a:ext>
            </a:extLst>
          </p:cNvPr>
          <p:cNvSpPr/>
          <p:nvPr/>
        </p:nvSpPr>
        <p:spPr>
          <a:xfrm>
            <a:off x="254111" y="3800872"/>
            <a:ext cx="5498989" cy="32095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3BC0EEC0-5395-89ED-1319-2DD7F0E5B40A}"/>
              </a:ext>
            </a:extLst>
          </p:cNvPr>
          <p:cNvSpPr/>
          <p:nvPr/>
        </p:nvSpPr>
        <p:spPr>
          <a:xfrm>
            <a:off x="152799" y="3686515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3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AE6D063-197B-2232-B40A-CBD413F19275}"/>
              </a:ext>
            </a:extLst>
          </p:cNvPr>
          <p:cNvSpPr/>
          <p:nvPr/>
        </p:nvSpPr>
        <p:spPr>
          <a:xfrm>
            <a:off x="5753100" y="3800872"/>
            <a:ext cx="5600700" cy="32095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D4393110-C09B-1373-E200-A9A0B32F4375}"/>
              </a:ext>
            </a:extLst>
          </p:cNvPr>
          <p:cNvSpPr/>
          <p:nvPr/>
        </p:nvSpPr>
        <p:spPr>
          <a:xfrm>
            <a:off x="5651788" y="3686515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4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A1B0BAF-95B2-499C-BCD2-A1EB67A0D8B0}"/>
              </a:ext>
            </a:extLst>
          </p:cNvPr>
          <p:cNvSpPr/>
          <p:nvPr/>
        </p:nvSpPr>
        <p:spPr>
          <a:xfrm>
            <a:off x="11353800" y="3800872"/>
            <a:ext cx="1600089" cy="320952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2BB49B3B-3C7E-BFAC-9CAD-C577DE13C549}"/>
              </a:ext>
            </a:extLst>
          </p:cNvPr>
          <p:cNvSpPr/>
          <p:nvPr/>
        </p:nvSpPr>
        <p:spPr>
          <a:xfrm>
            <a:off x="11252488" y="3686515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5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CBF57D71-4F5C-56F0-DD05-5E2807A743F8}"/>
              </a:ext>
            </a:extLst>
          </p:cNvPr>
          <p:cNvSpPr/>
          <p:nvPr/>
        </p:nvSpPr>
        <p:spPr>
          <a:xfrm>
            <a:off x="254111" y="7084067"/>
            <a:ext cx="4216289" cy="4597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88052004-920E-79CE-33D0-CE2BE348A9CE}"/>
              </a:ext>
            </a:extLst>
          </p:cNvPr>
          <p:cNvSpPr/>
          <p:nvPr/>
        </p:nvSpPr>
        <p:spPr>
          <a:xfrm>
            <a:off x="152799" y="6969710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6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D178D38-0228-D30C-3906-5B5F8C4C747A}"/>
              </a:ext>
            </a:extLst>
          </p:cNvPr>
          <p:cNvSpPr/>
          <p:nvPr/>
        </p:nvSpPr>
        <p:spPr>
          <a:xfrm>
            <a:off x="254111" y="7526850"/>
            <a:ext cx="12699778" cy="118281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6E7F2F55-73DD-A35C-5F0C-848609B2B2CD}"/>
              </a:ext>
            </a:extLst>
          </p:cNvPr>
          <p:cNvSpPr/>
          <p:nvPr/>
        </p:nvSpPr>
        <p:spPr>
          <a:xfrm>
            <a:off x="152799" y="7412493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7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83997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40233-76B1-96AC-3E60-6CCD4DF87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73265EA-F41E-9F3D-23F5-3A522354D0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914" y="613757"/>
            <a:ext cx="10012172" cy="8678486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6550B126-20B8-01D7-9CE0-C591A5E8AF68}"/>
              </a:ext>
            </a:extLst>
          </p:cNvPr>
          <p:cNvSpPr/>
          <p:nvPr/>
        </p:nvSpPr>
        <p:spPr>
          <a:xfrm>
            <a:off x="1699227" y="1415143"/>
            <a:ext cx="2640543" cy="536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C5CC401-A6C1-6901-762A-C740B137E27A}"/>
              </a:ext>
            </a:extLst>
          </p:cNvPr>
          <p:cNvSpPr/>
          <p:nvPr/>
        </p:nvSpPr>
        <p:spPr>
          <a:xfrm>
            <a:off x="1597914" y="1321622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CD9F049-37C4-BC3E-6FF7-7DBB2DF9E7A3}"/>
              </a:ext>
            </a:extLst>
          </p:cNvPr>
          <p:cNvSpPr/>
          <p:nvPr/>
        </p:nvSpPr>
        <p:spPr>
          <a:xfrm>
            <a:off x="1393371" y="1951447"/>
            <a:ext cx="10115403" cy="723609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3678B287-380D-ADAC-022D-AE6A21DEA575}"/>
              </a:ext>
            </a:extLst>
          </p:cNvPr>
          <p:cNvSpPr/>
          <p:nvPr/>
        </p:nvSpPr>
        <p:spPr>
          <a:xfrm>
            <a:off x="1295029" y="1846747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3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400B94A-6A32-6F7B-2C1B-93AB18C0B371}"/>
              </a:ext>
            </a:extLst>
          </p:cNvPr>
          <p:cNvSpPr/>
          <p:nvPr/>
        </p:nvSpPr>
        <p:spPr>
          <a:xfrm>
            <a:off x="1697312" y="2056147"/>
            <a:ext cx="1101743" cy="536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1892A186-9FF5-33C7-B3D3-1516C0F3A444}"/>
              </a:ext>
            </a:extLst>
          </p:cNvPr>
          <p:cNvSpPr/>
          <p:nvPr/>
        </p:nvSpPr>
        <p:spPr>
          <a:xfrm>
            <a:off x="1595999" y="1962626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2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95425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29D0E1-BCD6-B4FD-FDE0-1023B677B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044741E-08FC-4627-6159-35CF8B3B7F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409" y="2900882"/>
            <a:ext cx="7191557" cy="6815814"/>
          </a:xfrm>
          <a:prstGeom prst="rect">
            <a:avLst/>
          </a:prstGeom>
        </p:spPr>
      </p:pic>
      <p:pic>
        <p:nvPicPr>
          <p:cNvPr id="3" name="그림 2" descr="텍스트, 스크린샷, 번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D1D9ABF-53D5-ABC0-C1EA-6BB73E0D6D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781" y="-807816"/>
            <a:ext cx="3896269" cy="3362794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CAB760D5-54FE-C890-56D7-F7C8BA9D0853}"/>
              </a:ext>
            </a:extLst>
          </p:cNvPr>
          <p:cNvSpPr/>
          <p:nvPr/>
        </p:nvSpPr>
        <p:spPr>
          <a:xfrm>
            <a:off x="747095" y="-461912"/>
            <a:ext cx="2242848" cy="18718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1B4645A4-CDAF-DF63-1865-F5F16858B2D4}"/>
              </a:ext>
            </a:extLst>
          </p:cNvPr>
          <p:cNvSpPr/>
          <p:nvPr/>
        </p:nvSpPr>
        <p:spPr>
          <a:xfrm>
            <a:off x="645781" y="-555433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6649769-FD37-48B7-83FC-C4EBD035F303}"/>
              </a:ext>
            </a:extLst>
          </p:cNvPr>
          <p:cNvSpPr/>
          <p:nvPr/>
        </p:nvSpPr>
        <p:spPr>
          <a:xfrm>
            <a:off x="848409" y="2900882"/>
            <a:ext cx="3172048" cy="24984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26EFC217-BAA8-9E36-A04C-6FF4454F9CCE}"/>
              </a:ext>
            </a:extLst>
          </p:cNvPr>
          <p:cNvSpPr/>
          <p:nvPr/>
        </p:nvSpPr>
        <p:spPr>
          <a:xfrm>
            <a:off x="152582" y="2554978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2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pic>
        <p:nvPicPr>
          <p:cNvPr id="5" name="그림 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E737F1C-7E9A-5AE6-B654-C4672B79FC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409" y="-751390"/>
            <a:ext cx="4391638" cy="3086531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D91B68F8-5CB3-E82E-3E73-D5F1059836F0}"/>
              </a:ext>
            </a:extLst>
          </p:cNvPr>
          <p:cNvSpPr/>
          <p:nvPr/>
        </p:nvSpPr>
        <p:spPr>
          <a:xfrm>
            <a:off x="10146406" y="-714295"/>
            <a:ext cx="2242848" cy="187189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B79830C3-D30E-F4CE-0096-4FEBD92816D5}"/>
              </a:ext>
            </a:extLst>
          </p:cNvPr>
          <p:cNvSpPr/>
          <p:nvPr/>
        </p:nvSpPr>
        <p:spPr>
          <a:xfrm>
            <a:off x="10045092" y="-807816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9412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D8BCF-C46A-87AD-D897-3091DA7D9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번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4E5B245-4669-E21D-B9F2-D1048659C8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71" y="664227"/>
            <a:ext cx="12961257" cy="8577546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488D4F73-D4D6-FF8F-172A-24AAA2D9B9F0}"/>
              </a:ext>
            </a:extLst>
          </p:cNvPr>
          <p:cNvSpPr/>
          <p:nvPr/>
        </p:nvSpPr>
        <p:spPr>
          <a:xfrm>
            <a:off x="123370" y="1527002"/>
            <a:ext cx="5885543" cy="536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ABCBBCA9-D95D-C96D-4240-985B00A76AE8}"/>
              </a:ext>
            </a:extLst>
          </p:cNvPr>
          <p:cNvSpPr/>
          <p:nvPr/>
        </p:nvSpPr>
        <p:spPr>
          <a:xfrm>
            <a:off x="22057" y="1433481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FF87436-A2E8-DD45-FE0F-4E0C2DFE5CC4}"/>
              </a:ext>
            </a:extLst>
          </p:cNvPr>
          <p:cNvSpPr/>
          <p:nvPr/>
        </p:nvSpPr>
        <p:spPr>
          <a:xfrm>
            <a:off x="101313" y="2063306"/>
            <a:ext cx="12961257" cy="616629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1AF2D909-257D-0467-835D-C5CC84586669}"/>
              </a:ext>
            </a:extLst>
          </p:cNvPr>
          <p:cNvSpPr/>
          <p:nvPr/>
        </p:nvSpPr>
        <p:spPr>
          <a:xfrm>
            <a:off x="0" y="1969785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2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43FA4E4-49D9-9117-78EB-6F3F825100B8}"/>
              </a:ext>
            </a:extLst>
          </p:cNvPr>
          <p:cNvSpPr/>
          <p:nvPr/>
        </p:nvSpPr>
        <p:spPr>
          <a:xfrm>
            <a:off x="3178627" y="8656849"/>
            <a:ext cx="6734630" cy="536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8C85FDB4-E758-4603-9C48-25AAFD34AC63}"/>
              </a:ext>
            </a:extLst>
          </p:cNvPr>
          <p:cNvSpPr/>
          <p:nvPr/>
        </p:nvSpPr>
        <p:spPr>
          <a:xfrm>
            <a:off x="3077314" y="8563328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4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4AB25C9-F3A3-2A8E-43AD-D8B993C03558}"/>
              </a:ext>
            </a:extLst>
          </p:cNvPr>
          <p:cNvSpPr/>
          <p:nvPr/>
        </p:nvSpPr>
        <p:spPr>
          <a:xfrm>
            <a:off x="12148457" y="2250348"/>
            <a:ext cx="769258" cy="57905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4992D799-EF33-B308-9D0C-78F6F9936222}"/>
              </a:ext>
            </a:extLst>
          </p:cNvPr>
          <p:cNvSpPr/>
          <p:nvPr/>
        </p:nvSpPr>
        <p:spPr>
          <a:xfrm>
            <a:off x="12047143" y="2156827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3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11921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55CDF8-63AE-142D-D24E-AE09FDACC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번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397DB25-B82C-E6AE-FC80-2AF6C35BC2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566" y="1415143"/>
            <a:ext cx="12466867" cy="6751356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EDB8D19D-41E2-297C-4F1E-152713339187}"/>
              </a:ext>
            </a:extLst>
          </p:cNvPr>
          <p:cNvSpPr/>
          <p:nvPr/>
        </p:nvSpPr>
        <p:spPr>
          <a:xfrm>
            <a:off x="370566" y="2252652"/>
            <a:ext cx="12466866" cy="128029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73E6C339-F251-F0B6-4D54-73C7B96A3D0B}"/>
              </a:ext>
            </a:extLst>
          </p:cNvPr>
          <p:cNvSpPr/>
          <p:nvPr/>
        </p:nvSpPr>
        <p:spPr>
          <a:xfrm>
            <a:off x="269252" y="2159132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E83FC33-0D8F-58AB-42A7-EFB959F5A659}"/>
              </a:ext>
            </a:extLst>
          </p:cNvPr>
          <p:cNvSpPr/>
          <p:nvPr/>
        </p:nvSpPr>
        <p:spPr>
          <a:xfrm>
            <a:off x="370565" y="3626467"/>
            <a:ext cx="12466867" cy="463355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4C9C5D2B-9D55-593B-9C1A-5C7556783F42}"/>
              </a:ext>
            </a:extLst>
          </p:cNvPr>
          <p:cNvSpPr/>
          <p:nvPr/>
        </p:nvSpPr>
        <p:spPr>
          <a:xfrm>
            <a:off x="269252" y="3532946"/>
            <a:ext cx="21473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2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5C3BC34-A3E6-8A38-E9F6-A6B65D5ACA96}"/>
              </a:ext>
            </a:extLst>
          </p:cNvPr>
          <p:cNvSpPr/>
          <p:nvPr/>
        </p:nvSpPr>
        <p:spPr>
          <a:xfrm>
            <a:off x="11350623" y="1739501"/>
            <a:ext cx="1486810" cy="41962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54E2884B-6CF4-70B1-3153-55A95ED81730}"/>
              </a:ext>
            </a:extLst>
          </p:cNvPr>
          <p:cNvSpPr/>
          <p:nvPr/>
        </p:nvSpPr>
        <p:spPr>
          <a:xfrm>
            <a:off x="11249309" y="1645979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3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38685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90682-62B1-3CD3-6C4F-0D7AE411A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A6838A1-6E8C-D275-F2F6-F6F89D27B9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1266" y="1360277"/>
            <a:ext cx="9297698" cy="3505689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BACECE47-2CCC-7B70-54AA-A0F7A25FECA9}"/>
              </a:ext>
            </a:extLst>
          </p:cNvPr>
          <p:cNvSpPr/>
          <p:nvPr/>
        </p:nvSpPr>
        <p:spPr>
          <a:xfrm>
            <a:off x="7112000" y="2172061"/>
            <a:ext cx="3294743" cy="257410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DF7C8F95-13BC-AF6F-3557-71632A55FB8B}"/>
              </a:ext>
            </a:extLst>
          </p:cNvPr>
          <p:cNvSpPr/>
          <p:nvPr/>
        </p:nvSpPr>
        <p:spPr>
          <a:xfrm>
            <a:off x="487100" y="481970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BBAC696-CE28-1199-499B-7D2712BFA9B7}"/>
              </a:ext>
            </a:extLst>
          </p:cNvPr>
          <p:cNvSpPr/>
          <p:nvPr/>
        </p:nvSpPr>
        <p:spPr>
          <a:xfrm>
            <a:off x="747095" y="6937008"/>
            <a:ext cx="11763815" cy="547125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E7904739-59F9-AAE1-10C5-8D46A31B2539}"/>
              </a:ext>
            </a:extLst>
          </p:cNvPr>
          <p:cNvSpPr/>
          <p:nvPr/>
        </p:nvSpPr>
        <p:spPr>
          <a:xfrm>
            <a:off x="689728" y="6843487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2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45228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3DB55-A165-E45B-647E-03A6B6B40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BC76063-8C18-5F20-5CDB-F44BA1F2C2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0576" y="921343"/>
            <a:ext cx="10374173" cy="8745170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37B75B12-FEFF-3997-4D54-A8A6C824488A}"/>
              </a:ext>
            </a:extLst>
          </p:cNvPr>
          <p:cNvSpPr/>
          <p:nvPr/>
        </p:nvSpPr>
        <p:spPr>
          <a:xfrm>
            <a:off x="1196751" y="2012405"/>
            <a:ext cx="2939819" cy="6001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6DF2E476-284E-E6D6-0F4B-F4AC29955330}"/>
              </a:ext>
            </a:extLst>
          </p:cNvPr>
          <p:cNvSpPr/>
          <p:nvPr/>
        </p:nvSpPr>
        <p:spPr>
          <a:xfrm>
            <a:off x="1095438" y="1918884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72EEBBF-B9F4-ABBC-2CCD-8E37D66C3F71}"/>
              </a:ext>
            </a:extLst>
          </p:cNvPr>
          <p:cNvSpPr/>
          <p:nvPr/>
        </p:nvSpPr>
        <p:spPr>
          <a:xfrm>
            <a:off x="1196752" y="2612570"/>
            <a:ext cx="10240506" cy="705394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B23A2143-B86D-F17A-1411-28165FBCC99D}"/>
              </a:ext>
            </a:extLst>
          </p:cNvPr>
          <p:cNvSpPr/>
          <p:nvPr/>
        </p:nvSpPr>
        <p:spPr>
          <a:xfrm>
            <a:off x="1095438" y="2519050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3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86E49D78-BBF3-9A28-D601-C3DBF9C41D56}"/>
              </a:ext>
            </a:extLst>
          </p:cNvPr>
          <p:cNvSpPr/>
          <p:nvPr/>
        </p:nvSpPr>
        <p:spPr>
          <a:xfrm>
            <a:off x="1608497" y="3070018"/>
            <a:ext cx="1337904" cy="6001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B063F777-F4BD-630B-57CB-44B717C7BEB0}"/>
              </a:ext>
            </a:extLst>
          </p:cNvPr>
          <p:cNvSpPr/>
          <p:nvPr/>
        </p:nvSpPr>
        <p:spPr>
          <a:xfrm>
            <a:off x="1507183" y="2976497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2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9267C57-57A3-7E2D-0924-799897763343}"/>
              </a:ext>
            </a:extLst>
          </p:cNvPr>
          <p:cNvSpPr/>
          <p:nvPr/>
        </p:nvSpPr>
        <p:spPr>
          <a:xfrm>
            <a:off x="10129595" y="1412239"/>
            <a:ext cx="1469910" cy="6001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CEE30FD9-D803-2A91-B286-A7C2038F6057}"/>
              </a:ext>
            </a:extLst>
          </p:cNvPr>
          <p:cNvSpPr/>
          <p:nvPr/>
        </p:nvSpPr>
        <p:spPr>
          <a:xfrm>
            <a:off x="10028281" y="1318718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5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D3DAC40-732F-96E8-4259-54FCD20BB2D7}"/>
              </a:ext>
            </a:extLst>
          </p:cNvPr>
          <p:cNvSpPr/>
          <p:nvPr/>
        </p:nvSpPr>
        <p:spPr>
          <a:xfrm>
            <a:off x="7035261" y="3370101"/>
            <a:ext cx="1856947" cy="60016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410A636A-FCB4-6A98-2501-BB559070705D}"/>
              </a:ext>
            </a:extLst>
          </p:cNvPr>
          <p:cNvSpPr/>
          <p:nvPr/>
        </p:nvSpPr>
        <p:spPr>
          <a:xfrm>
            <a:off x="6933948" y="3276580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4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287604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AD2FF-1D83-544A-D56F-972165AAA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F0B11F-3098-33ED-ADF8-315F1EFBDA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582" y="1098752"/>
            <a:ext cx="7792537" cy="7973538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EC976FFF-D900-6D0A-A7BB-B0ABB6FDDD3B}"/>
              </a:ext>
            </a:extLst>
          </p:cNvPr>
          <p:cNvSpPr/>
          <p:nvPr/>
        </p:nvSpPr>
        <p:spPr>
          <a:xfrm>
            <a:off x="1728896" y="1901864"/>
            <a:ext cx="1760974" cy="536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12B09025-C8A2-D4BA-E9CA-4ECAC1CC75E7}"/>
              </a:ext>
            </a:extLst>
          </p:cNvPr>
          <p:cNvSpPr/>
          <p:nvPr/>
        </p:nvSpPr>
        <p:spPr>
          <a:xfrm>
            <a:off x="1627582" y="1808343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412DA3F-7349-E2EC-E828-64B0DBBD70A3}"/>
              </a:ext>
            </a:extLst>
          </p:cNvPr>
          <p:cNvSpPr/>
          <p:nvPr/>
        </p:nvSpPr>
        <p:spPr>
          <a:xfrm>
            <a:off x="1728896" y="2625210"/>
            <a:ext cx="2379278" cy="189378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A7852466-51E4-6C61-7687-42A62B98403D}"/>
              </a:ext>
            </a:extLst>
          </p:cNvPr>
          <p:cNvSpPr/>
          <p:nvPr/>
        </p:nvSpPr>
        <p:spPr>
          <a:xfrm>
            <a:off x="1627582" y="2531689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2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85A64B6-73C3-7B86-8A7D-F2860FFF6D29}"/>
              </a:ext>
            </a:extLst>
          </p:cNvPr>
          <p:cNvSpPr/>
          <p:nvPr/>
        </p:nvSpPr>
        <p:spPr>
          <a:xfrm>
            <a:off x="1728896" y="4518991"/>
            <a:ext cx="2379278" cy="226612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5F506CDA-0D37-D069-0A4D-58F2F3A5521B}"/>
              </a:ext>
            </a:extLst>
          </p:cNvPr>
          <p:cNvSpPr/>
          <p:nvPr/>
        </p:nvSpPr>
        <p:spPr>
          <a:xfrm>
            <a:off x="1627582" y="4425470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3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ED66532-A06C-32B3-FD56-EC3CAC00B71B}"/>
              </a:ext>
            </a:extLst>
          </p:cNvPr>
          <p:cNvSpPr/>
          <p:nvPr/>
        </p:nvSpPr>
        <p:spPr>
          <a:xfrm>
            <a:off x="4310802" y="2531689"/>
            <a:ext cx="4965720" cy="5432868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E80B35AA-55B5-2ED7-0FF0-D6A3B742543A}"/>
              </a:ext>
            </a:extLst>
          </p:cNvPr>
          <p:cNvSpPr/>
          <p:nvPr/>
        </p:nvSpPr>
        <p:spPr>
          <a:xfrm>
            <a:off x="4209488" y="2438168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4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13457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BBF2F2-8786-066C-AE55-2066AE9BE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C3E39CA1-697E-E8C3-2753-2F23411ED71F}"/>
              </a:ext>
            </a:extLst>
          </p:cNvPr>
          <p:cNvSpPr/>
          <p:nvPr/>
        </p:nvSpPr>
        <p:spPr>
          <a:xfrm>
            <a:off x="747095" y="2389776"/>
            <a:ext cx="1760974" cy="53630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6BCF3BE-2AA7-68B1-4E9E-F915F48407EB}"/>
              </a:ext>
            </a:extLst>
          </p:cNvPr>
          <p:cNvSpPr/>
          <p:nvPr/>
        </p:nvSpPr>
        <p:spPr>
          <a:xfrm>
            <a:off x="645781" y="2296255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1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9D12855-F99A-AEF1-4D80-B783BA92920B}"/>
              </a:ext>
            </a:extLst>
          </p:cNvPr>
          <p:cNvSpPr/>
          <p:nvPr/>
        </p:nvSpPr>
        <p:spPr>
          <a:xfrm>
            <a:off x="747094" y="3019601"/>
            <a:ext cx="11763815" cy="547125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35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CC687F2A-7465-F8A8-4674-A33C24E36119}"/>
              </a:ext>
            </a:extLst>
          </p:cNvPr>
          <p:cNvSpPr/>
          <p:nvPr/>
        </p:nvSpPr>
        <p:spPr>
          <a:xfrm>
            <a:off x="645781" y="2926080"/>
            <a:ext cx="202628" cy="187042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50" dirty="0">
                <a:solidFill>
                  <a:schemeClr val="tx1"/>
                </a:solidFill>
              </a:rPr>
              <a:t>2</a:t>
            </a:r>
            <a:endParaRPr lang="ko-KR" altLang="en-US" sz="13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1327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테마">
  <a:themeElements>
    <a:clrScheme name="Office 2013 - 2022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1190</TotalTime>
  <Words>55</Words>
  <Application>Microsoft Office PowerPoint</Application>
  <PresentationFormat>사용자 지정</PresentationFormat>
  <Paragraphs>50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0" baseType="lpstr">
      <vt:lpstr>Arial</vt:lpstr>
      <vt:lpstr>Calibri</vt:lpstr>
      <vt:lpstr>Calibri Light</vt:lpstr>
      <vt:lpstr>Office 2013 - 2022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민우 류</dc:creator>
  <cp:lastModifiedBy>류민우</cp:lastModifiedBy>
  <cp:revision>4</cp:revision>
  <dcterms:created xsi:type="dcterms:W3CDTF">2026-01-29T02:07:41Z</dcterms:created>
  <dcterms:modified xsi:type="dcterms:W3CDTF">2026-02-03T01:26:56Z</dcterms:modified>
</cp:coreProperties>
</file>